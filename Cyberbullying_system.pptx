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7" r:id="rId1"/>
  </p:sldMasterIdLst>
  <p:notesMasterIdLst>
    <p:notesMasterId r:id="rId12"/>
  </p:notesMasterIdLst>
  <p:sldIdLst>
    <p:sldId id="256" r:id="rId2"/>
    <p:sldId id="257" r:id="rId3"/>
    <p:sldId id="271" r:id="rId4"/>
    <p:sldId id="258" r:id="rId5"/>
    <p:sldId id="259" r:id="rId6"/>
    <p:sldId id="260" r:id="rId7"/>
    <p:sldId id="261" r:id="rId8"/>
    <p:sldId id="262" r:id="rId9"/>
    <p:sldId id="265" r:id="rId10"/>
    <p:sldId id="275" r:id="rId11"/>
  </p:sldIdLst>
  <p:sldSz cx="18288000" cy="10287000"/>
  <p:notesSz cx="6858000" cy="9144000"/>
  <p:embeddedFontLst>
    <p:embeddedFont>
      <p:font typeface="Consolas" panose="020B0609020204030204" pitchFamily="49" charset="0"/>
      <p:regular r:id="rId13"/>
      <p:bold r:id="rId14"/>
      <p:italic r:id="rId15"/>
      <p:boldItalic r:id="rId16"/>
    </p:embeddedFont>
    <p:embeddedFont>
      <p:font typeface="Teko" panose="020B0604020202020204" charset="0"/>
      <p:regular r:id="rId17"/>
      <p:bold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50" d="100"/>
          <a:sy n="50" d="100"/>
        </p:scale>
        <p:origin x="946" y="12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8" name="Google Shape;8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Google Shape;656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7" name="Google Shape;657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2" name="Google Shape;23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6" name="Google Shape;27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1" name="Google Shape;31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2" name="Google Shape;41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5" name="Google Shape;715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 txBox="1">
            <a:spLocks noGrp="1"/>
          </p:cNvSpPr>
          <p:nvPr>
            <p:ph type="title"/>
          </p:nvPr>
        </p:nvSpPr>
        <p:spPr>
          <a:xfrm>
            <a:off x="652400" y="2360250"/>
            <a:ext cx="159435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body" idx="1"/>
          </p:nvPr>
        </p:nvSpPr>
        <p:spPr>
          <a:xfrm>
            <a:off x="5920175" y="5133325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grpSp>
        <p:nvGrpSpPr>
          <p:cNvPr id="21" name="Google Shape;21;p4"/>
          <p:cNvGrpSpPr/>
          <p:nvPr/>
        </p:nvGrpSpPr>
        <p:grpSpPr>
          <a:xfrm>
            <a:off x="463151" y="452860"/>
            <a:ext cx="2939055" cy="698967"/>
            <a:chOff x="0" y="0"/>
            <a:chExt cx="3918740" cy="931956"/>
          </a:xfrm>
        </p:grpSpPr>
        <p:grpSp>
          <p:nvGrpSpPr>
            <p:cNvPr id="22" name="Google Shape;22;p4"/>
            <p:cNvGrpSpPr/>
            <p:nvPr/>
          </p:nvGrpSpPr>
          <p:grpSpPr>
            <a:xfrm>
              <a:off x="0" y="0"/>
              <a:ext cx="931956" cy="931956"/>
              <a:chOff x="0" y="0"/>
              <a:chExt cx="812800" cy="812800"/>
            </a:xfrm>
          </p:grpSpPr>
          <p:sp>
            <p:nvSpPr>
              <p:cNvPr id="23" name="Google Shape;23;p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CE1E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" name="Google Shape;24;p4"/>
              <p:cNvSpPr txBox="1"/>
              <p:nvPr/>
            </p:nvSpPr>
            <p:spPr>
              <a:xfrm>
                <a:off x="76200" y="28575"/>
                <a:ext cx="660300" cy="70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66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25" name="Google Shape;25;p4"/>
            <p:cNvSpPr/>
            <p:nvPr/>
          </p:nvSpPr>
          <p:spPr>
            <a:xfrm>
              <a:off x="126847" y="135566"/>
              <a:ext cx="678264" cy="675797"/>
            </a:xfrm>
            <a:custGeom>
              <a:avLst/>
              <a:gdLst/>
              <a:ahLst/>
              <a:cxnLst/>
              <a:rect l="l" t="t" r="r" b="b"/>
              <a:pathLst>
                <a:path w="678264" h="675797" extrusionOk="0">
                  <a:moveTo>
                    <a:pt x="0" y="0"/>
                  </a:moveTo>
                  <a:lnTo>
                    <a:pt x="678264" y="0"/>
                  </a:lnTo>
                  <a:lnTo>
                    <a:pt x="678264" y="675797"/>
                  </a:lnTo>
                  <a:lnTo>
                    <a:pt x="0" y="675797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2">
                <a:alphaModFix/>
              </a:blip>
              <a:stretch>
                <a:fillRect/>
              </a:stretch>
            </a:blipFill>
            <a:ln>
              <a:noFill/>
            </a:ln>
          </p:spPr>
        </p:sp>
        <p:sp>
          <p:nvSpPr>
            <p:cNvPr id="26" name="Google Shape;26;p4"/>
            <p:cNvSpPr txBox="1"/>
            <p:nvPr/>
          </p:nvSpPr>
          <p:spPr>
            <a:xfrm>
              <a:off x="1080440" y="127336"/>
              <a:ext cx="2838300" cy="749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650" b="0" i="0" u="none" strike="noStrike" cap="none">
                  <a:solidFill>
                    <a:srgbClr val="FFFFFF"/>
                  </a:solidFill>
                  <a:latin typeface="Teko"/>
                  <a:ea typeface="Teko"/>
                  <a:cs typeface="Teko"/>
                  <a:sym typeface="Teko"/>
                </a:rPr>
                <a:t>LOGO COMPANY</a:t>
              </a: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28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517482" y="0"/>
            <a:ext cx="19012818" cy="10583301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661900" y="1029225"/>
            <a:ext cx="15307500" cy="13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cap="none"/>
            </a:lvl1pPr>
            <a:lvl2pPr lvl="1">
              <a:spcBef>
                <a:spcPts val="0"/>
              </a:spcBef>
              <a:spcAft>
                <a:spcPts val="0"/>
              </a:spcAft>
              <a:buSzPts val="12000"/>
              <a:buFont typeface="Teko"/>
              <a:buNone/>
              <a:defRPr sz="12000">
                <a:latin typeface="Teko"/>
                <a:ea typeface="Teko"/>
                <a:cs typeface="Teko"/>
                <a:sym typeface="Tek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2000"/>
              <a:buFont typeface="Teko"/>
              <a:buNone/>
              <a:defRPr sz="12000">
                <a:latin typeface="Teko"/>
                <a:ea typeface="Teko"/>
                <a:cs typeface="Teko"/>
                <a:sym typeface="Tek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2000"/>
              <a:buFont typeface="Teko"/>
              <a:buNone/>
              <a:defRPr sz="12000">
                <a:latin typeface="Teko"/>
                <a:ea typeface="Teko"/>
                <a:cs typeface="Teko"/>
                <a:sym typeface="Tek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2000"/>
              <a:buFont typeface="Teko"/>
              <a:buNone/>
              <a:defRPr sz="12000">
                <a:latin typeface="Teko"/>
                <a:ea typeface="Teko"/>
                <a:cs typeface="Teko"/>
                <a:sym typeface="Tek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2000"/>
              <a:buFont typeface="Teko"/>
              <a:buNone/>
              <a:defRPr sz="12000">
                <a:latin typeface="Teko"/>
                <a:ea typeface="Teko"/>
                <a:cs typeface="Teko"/>
                <a:sym typeface="Tek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2000"/>
              <a:buFont typeface="Teko"/>
              <a:buNone/>
              <a:defRPr sz="12000">
                <a:latin typeface="Teko"/>
                <a:ea typeface="Teko"/>
                <a:cs typeface="Teko"/>
                <a:sym typeface="Tek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2000"/>
              <a:buFont typeface="Teko"/>
              <a:buNone/>
              <a:defRPr sz="12000">
                <a:latin typeface="Teko"/>
                <a:ea typeface="Teko"/>
                <a:cs typeface="Teko"/>
                <a:sym typeface="Tek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2000"/>
              <a:buFont typeface="Teko"/>
              <a:buNone/>
              <a:defRPr sz="12000">
                <a:latin typeface="Teko"/>
                <a:ea typeface="Teko"/>
                <a:cs typeface="Teko"/>
                <a:sym typeface="Teko"/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1"/>
          </p:nvPr>
        </p:nvSpPr>
        <p:spPr>
          <a:xfrm>
            <a:off x="6988213" y="7396313"/>
            <a:ext cx="7772400" cy="15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>
                <a:solidFill>
                  <a:schemeClr val="lt1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>
                <a:solidFill>
                  <a:schemeClr val="lt1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>
                <a:solidFill>
                  <a:schemeClr val="lt1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>
                <a:solidFill>
                  <a:schemeClr val="lt1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>
                <a:solidFill>
                  <a:schemeClr val="lt1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>
                <a:solidFill>
                  <a:schemeClr val="lt1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>
                <a:solidFill>
                  <a:schemeClr val="lt1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>
                <a:solidFill>
                  <a:schemeClr val="lt1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grpSp>
        <p:nvGrpSpPr>
          <p:cNvPr id="31" name="Google Shape;31;p5"/>
          <p:cNvGrpSpPr/>
          <p:nvPr/>
        </p:nvGrpSpPr>
        <p:grpSpPr>
          <a:xfrm>
            <a:off x="463151" y="452860"/>
            <a:ext cx="2939055" cy="698967"/>
            <a:chOff x="0" y="0"/>
            <a:chExt cx="3918740" cy="931956"/>
          </a:xfrm>
        </p:grpSpPr>
        <p:grpSp>
          <p:nvGrpSpPr>
            <p:cNvPr id="32" name="Google Shape;32;p5"/>
            <p:cNvGrpSpPr/>
            <p:nvPr/>
          </p:nvGrpSpPr>
          <p:grpSpPr>
            <a:xfrm>
              <a:off x="0" y="0"/>
              <a:ext cx="931956" cy="931956"/>
              <a:chOff x="0" y="0"/>
              <a:chExt cx="812800" cy="812800"/>
            </a:xfrm>
          </p:grpSpPr>
          <p:sp>
            <p:nvSpPr>
              <p:cNvPr id="33" name="Google Shape;33;p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CE1E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Google Shape;34;p5"/>
              <p:cNvSpPr txBox="1"/>
              <p:nvPr/>
            </p:nvSpPr>
            <p:spPr>
              <a:xfrm>
                <a:off x="76200" y="28575"/>
                <a:ext cx="660300" cy="70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66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5" name="Google Shape;35;p5"/>
            <p:cNvSpPr/>
            <p:nvPr/>
          </p:nvSpPr>
          <p:spPr>
            <a:xfrm>
              <a:off x="126847" y="135566"/>
              <a:ext cx="678264" cy="675797"/>
            </a:xfrm>
            <a:custGeom>
              <a:avLst/>
              <a:gdLst/>
              <a:ahLst/>
              <a:cxnLst/>
              <a:rect l="l" t="t" r="r" b="b"/>
              <a:pathLst>
                <a:path w="678264" h="675797" extrusionOk="0">
                  <a:moveTo>
                    <a:pt x="0" y="0"/>
                  </a:moveTo>
                  <a:lnTo>
                    <a:pt x="678264" y="0"/>
                  </a:lnTo>
                  <a:lnTo>
                    <a:pt x="678264" y="675797"/>
                  </a:lnTo>
                  <a:lnTo>
                    <a:pt x="0" y="675797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</p:sp>
        <p:sp>
          <p:nvSpPr>
            <p:cNvPr id="36" name="Google Shape;36;p5"/>
            <p:cNvSpPr txBox="1"/>
            <p:nvPr/>
          </p:nvSpPr>
          <p:spPr>
            <a:xfrm>
              <a:off x="1080440" y="127336"/>
              <a:ext cx="2838300" cy="749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650" b="0" i="0" u="none" strike="noStrike" cap="none">
                  <a:solidFill>
                    <a:srgbClr val="FFFFFF"/>
                  </a:solidFill>
                  <a:latin typeface="Teko"/>
                  <a:ea typeface="Teko"/>
                  <a:cs typeface="Teko"/>
                  <a:sym typeface="Teko"/>
                </a:rPr>
                <a:t>LOGO COMPANY</a:t>
              </a: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6"/>
          <p:cNvSpPr txBox="1">
            <a:spLocks noGrp="1"/>
          </p:cNvSpPr>
          <p:nvPr>
            <p:ph type="title"/>
          </p:nvPr>
        </p:nvSpPr>
        <p:spPr>
          <a:xfrm>
            <a:off x="652400" y="2360250"/>
            <a:ext cx="159435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body" idx="1"/>
          </p:nvPr>
        </p:nvSpPr>
        <p:spPr>
          <a:xfrm>
            <a:off x="3166150" y="4899075"/>
            <a:ext cx="54891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683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1pPr>
            <a:lvl2pPr marL="914400" lvl="1" indent="-3683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200"/>
              <a:buChar char="–"/>
              <a:defRPr/>
            </a:lvl2pPr>
            <a:lvl3pPr marL="1371600" lvl="2" indent="-3683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3pPr>
            <a:lvl4pPr marL="1828800" lvl="3" indent="-3683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200"/>
              <a:buChar char="–"/>
              <a:defRPr/>
            </a:lvl4pPr>
            <a:lvl5pPr marL="2286000" lvl="4" indent="-3683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200"/>
              <a:buChar char="»"/>
              <a:defRPr/>
            </a:lvl5pPr>
            <a:lvl6pPr marL="2743200" lvl="5" indent="-3683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3200400" lvl="6" indent="-3683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657600" lvl="7" indent="-3683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4114800" lvl="8" indent="-3683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6"/>
          <p:cNvSpPr txBox="1">
            <a:spLocks noGrp="1"/>
          </p:cNvSpPr>
          <p:nvPr>
            <p:ph type="body" idx="2"/>
          </p:nvPr>
        </p:nvSpPr>
        <p:spPr>
          <a:xfrm>
            <a:off x="8862089" y="4899075"/>
            <a:ext cx="54891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683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1pPr>
            <a:lvl2pPr marL="914400" lvl="1" indent="-3683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200"/>
              <a:buChar char="–"/>
              <a:defRPr/>
            </a:lvl2pPr>
            <a:lvl3pPr marL="1371600" lvl="2" indent="-3683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3pPr>
            <a:lvl4pPr marL="1828800" lvl="3" indent="-3683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200"/>
              <a:buChar char="–"/>
              <a:defRPr/>
            </a:lvl4pPr>
            <a:lvl5pPr marL="2286000" lvl="4" indent="-3683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200"/>
              <a:buChar char="»"/>
              <a:defRPr/>
            </a:lvl5pPr>
            <a:lvl6pPr marL="2743200" lvl="5" indent="-3683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3200400" lvl="6" indent="-3683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657600" lvl="7" indent="-3683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4114800" lvl="8" indent="-3683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endParaRPr/>
          </a:p>
        </p:txBody>
      </p:sp>
      <p:grpSp>
        <p:nvGrpSpPr>
          <p:cNvPr id="41" name="Google Shape;41;p6"/>
          <p:cNvGrpSpPr/>
          <p:nvPr/>
        </p:nvGrpSpPr>
        <p:grpSpPr>
          <a:xfrm>
            <a:off x="463151" y="452860"/>
            <a:ext cx="2939055" cy="698967"/>
            <a:chOff x="0" y="0"/>
            <a:chExt cx="3918740" cy="931956"/>
          </a:xfrm>
        </p:grpSpPr>
        <p:grpSp>
          <p:nvGrpSpPr>
            <p:cNvPr id="42" name="Google Shape;42;p6"/>
            <p:cNvGrpSpPr/>
            <p:nvPr/>
          </p:nvGrpSpPr>
          <p:grpSpPr>
            <a:xfrm>
              <a:off x="0" y="0"/>
              <a:ext cx="931956" cy="931956"/>
              <a:chOff x="0" y="0"/>
              <a:chExt cx="812800" cy="812800"/>
            </a:xfrm>
          </p:grpSpPr>
          <p:sp>
            <p:nvSpPr>
              <p:cNvPr id="43" name="Google Shape;43;p6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CE1E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6"/>
              <p:cNvSpPr txBox="1"/>
              <p:nvPr/>
            </p:nvSpPr>
            <p:spPr>
              <a:xfrm>
                <a:off x="76200" y="28575"/>
                <a:ext cx="660300" cy="70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66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45" name="Google Shape;45;p6"/>
            <p:cNvSpPr/>
            <p:nvPr/>
          </p:nvSpPr>
          <p:spPr>
            <a:xfrm>
              <a:off x="126847" y="135566"/>
              <a:ext cx="678264" cy="675797"/>
            </a:xfrm>
            <a:custGeom>
              <a:avLst/>
              <a:gdLst/>
              <a:ahLst/>
              <a:cxnLst/>
              <a:rect l="l" t="t" r="r" b="b"/>
              <a:pathLst>
                <a:path w="678264" h="675797" extrusionOk="0">
                  <a:moveTo>
                    <a:pt x="0" y="0"/>
                  </a:moveTo>
                  <a:lnTo>
                    <a:pt x="678264" y="0"/>
                  </a:lnTo>
                  <a:lnTo>
                    <a:pt x="678264" y="675797"/>
                  </a:lnTo>
                  <a:lnTo>
                    <a:pt x="0" y="675797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2">
                <a:alphaModFix/>
              </a:blip>
              <a:stretch>
                <a:fillRect/>
              </a:stretch>
            </a:blipFill>
            <a:ln>
              <a:noFill/>
            </a:ln>
          </p:spPr>
        </p:sp>
        <p:sp>
          <p:nvSpPr>
            <p:cNvPr id="46" name="Google Shape;46;p6"/>
            <p:cNvSpPr txBox="1"/>
            <p:nvPr/>
          </p:nvSpPr>
          <p:spPr>
            <a:xfrm>
              <a:off x="1080440" y="127336"/>
              <a:ext cx="2838300" cy="749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650" b="0" i="0" u="none" strike="noStrike" cap="none">
                  <a:solidFill>
                    <a:srgbClr val="FFFFFF"/>
                  </a:solidFill>
                  <a:latin typeface="Teko"/>
                  <a:ea typeface="Teko"/>
                  <a:cs typeface="Teko"/>
                  <a:sym typeface="Teko"/>
                </a:rPr>
                <a:t>LOGO COMPANY</a:t>
              </a: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Google Shape;48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517482" y="0"/>
            <a:ext cx="19012818" cy="10583301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7"/>
          <p:cNvSpPr txBox="1">
            <a:spLocks noGrp="1"/>
          </p:cNvSpPr>
          <p:nvPr>
            <p:ph type="title"/>
          </p:nvPr>
        </p:nvSpPr>
        <p:spPr>
          <a:xfrm>
            <a:off x="652400" y="2360250"/>
            <a:ext cx="159435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7"/>
          <p:cNvSpPr txBox="1">
            <a:spLocks noGrp="1"/>
          </p:cNvSpPr>
          <p:nvPr>
            <p:ph type="body" idx="1"/>
          </p:nvPr>
        </p:nvSpPr>
        <p:spPr>
          <a:xfrm>
            <a:off x="2307251" y="5317575"/>
            <a:ext cx="6113700" cy="39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683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1pPr>
            <a:lvl2pPr marL="914400" lvl="1" indent="-3683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200"/>
              <a:buChar char="–"/>
              <a:defRPr/>
            </a:lvl2pPr>
            <a:lvl3pPr marL="1371600" lvl="2" indent="-3683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3pPr>
            <a:lvl4pPr marL="1828800" lvl="3" indent="-3683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200"/>
              <a:buChar char="–"/>
              <a:defRPr/>
            </a:lvl4pPr>
            <a:lvl5pPr marL="2286000" lvl="4" indent="-3683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200"/>
              <a:buChar char="»"/>
              <a:defRPr/>
            </a:lvl5pPr>
            <a:lvl6pPr marL="2743200" lvl="5" indent="-3683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3200400" lvl="6" indent="-3683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657600" lvl="7" indent="-3683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4114800" lvl="8" indent="-3683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body" idx="2"/>
          </p:nvPr>
        </p:nvSpPr>
        <p:spPr>
          <a:xfrm>
            <a:off x="8644514" y="5317575"/>
            <a:ext cx="6116700" cy="39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683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1pPr>
            <a:lvl2pPr marL="914400" lvl="1" indent="-3683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200"/>
              <a:buChar char="–"/>
              <a:defRPr/>
            </a:lvl2pPr>
            <a:lvl3pPr marL="1371600" lvl="2" indent="-3683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3pPr>
            <a:lvl4pPr marL="1828800" lvl="3" indent="-3683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200"/>
              <a:buChar char="–"/>
              <a:defRPr/>
            </a:lvl4pPr>
            <a:lvl5pPr marL="2286000" lvl="4" indent="-3683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200"/>
              <a:buChar char="»"/>
              <a:defRPr/>
            </a:lvl5pPr>
            <a:lvl6pPr marL="2743200" lvl="5" indent="-3683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3200400" lvl="6" indent="-3683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657600" lvl="7" indent="-3683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4114800" lvl="8" indent="-3683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endParaRPr/>
          </a:p>
        </p:txBody>
      </p:sp>
      <p:grpSp>
        <p:nvGrpSpPr>
          <p:cNvPr id="52" name="Google Shape;52;p7"/>
          <p:cNvGrpSpPr/>
          <p:nvPr/>
        </p:nvGrpSpPr>
        <p:grpSpPr>
          <a:xfrm>
            <a:off x="463151" y="452860"/>
            <a:ext cx="2939055" cy="698967"/>
            <a:chOff x="0" y="0"/>
            <a:chExt cx="3918740" cy="931956"/>
          </a:xfrm>
        </p:grpSpPr>
        <p:grpSp>
          <p:nvGrpSpPr>
            <p:cNvPr id="53" name="Google Shape;53;p7"/>
            <p:cNvGrpSpPr/>
            <p:nvPr/>
          </p:nvGrpSpPr>
          <p:grpSpPr>
            <a:xfrm>
              <a:off x="0" y="0"/>
              <a:ext cx="931956" cy="931956"/>
              <a:chOff x="0" y="0"/>
              <a:chExt cx="812800" cy="812800"/>
            </a:xfrm>
          </p:grpSpPr>
          <p:sp>
            <p:nvSpPr>
              <p:cNvPr id="54" name="Google Shape;54;p7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CE1E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Google Shape;55;p7"/>
              <p:cNvSpPr txBox="1"/>
              <p:nvPr/>
            </p:nvSpPr>
            <p:spPr>
              <a:xfrm>
                <a:off x="76200" y="28575"/>
                <a:ext cx="660300" cy="70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66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56" name="Google Shape;56;p7"/>
            <p:cNvSpPr/>
            <p:nvPr/>
          </p:nvSpPr>
          <p:spPr>
            <a:xfrm>
              <a:off x="126847" y="135566"/>
              <a:ext cx="678264" cy="675797"/>
            </a:xfrm>
            <a:custGeom>
              <a:avLst/>
              <a:gdLst/>
              <a:ahLst/>
              <a:cxnLst/>
              <a:rect l="l" t="t" r="r" b="b"/>
              <a:pathLst>
                <a:path w="678264" h="675797" extrusionOk="0">
                  <a:moveTo>
                    <a:pt x="0" y="0"/>
                  </a:moveTo>
                  <a:lnTo>
                    <a:pt x="678264" y="0"/>
                  </a:lnTo>
                  <a:lnTo>
                    <a:pt x="678264" y="675797"/>
                  </a:lnTo>
                  <a:lnTo>
                    <a:pt x="0" y="675797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</p:sp>
        <p:sp>
          <p:nvSpPr>
            <p:cNvPr id="57" name="Google Shape;57;p7"/>
            <p:cNvSpPr txBox="1"/>
            <p:nvPr/>
          </p:nvSpPr>
          <p:spPr>
            <a:xfrm>
              <a:off x="1080440" y="127336"/>
              <a:ext cx="2838300" cy="749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650" b="0" i="0" u="none" strike="noStrike" cap="none">
                  <a:solidFill>
                    <a:srgbClr val="FFFFFF"/>
                  </a:solidFill>
                  <a:latin typeface="Teko"/>
                  <a:ea typeface="Teko"/>
                  <a:cs typeface="Teko"/>
                  <a:sym typeface="Teko"/>
                </a:rPr>
                <a:t>LOGO COMPANY</a:t>
              </a: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>
            <a:spLocks noGrp="1"/>
          </p:cNvSpPr>
          <p:nvPr>
            <p:ph type="title"/>
          </p:nvPr>
        </p:nvSpPr>
        <p:spPr>
          <a:xfrm>
            <a:off x="652400" y="2360250"/>
            <a:ext cx="159435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60" name="Google Shape;60;p8"/>
          <p:cNvGrpSpPr/>
          <p:nvPr/>
        </p:nvGrpSpPr>
        <p:grpSpPr>
          <a:xfrm>
            <a:off x="463151" y="452860"/>
            <a:ext cx="2939055" cy="698967"/>
            <a:chOff x="0" y="0"/>
            <a:chExt cx="3918740" cy="931956"/>
          </a:xfrm>
        </p:grpSpPr>
        <p:grpSp>
          <p:nvGrpSpPr>
            <p:cNvPr id="61" name="Google Shape;61;p8"/>
            <p:cNvGrpSpPr/>
            <p:nvPr/>
          </p:nvGrpSpPr>
          <p:grpSpPr>
            <a:xfrm>
              <a:off x="0" y="0"/>
              <a:ext cx="931956" cy="931956"/>
              <a:chOff x="0" y="0"/>
              <a:chExt cx="812800" cy="812800"/>
            </a:xfrm>
          </p:grpSpPr>
          <p:sp>
            <p:nvSpPr>
              <p:cNvPr id="62" name="Google Shape;62;p8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CE1E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Google Shape;63;p8"/>
              <p:cNvSpPr txBox="1"/>
              <p:nvPr/>
            </p:nvSpPr>
            <p:spPr>
              <a:xfrm>
                <a:off x="76200" y="28575"/>
                <a:ext cx="660300" cy="70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66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64" name="Google Shape;64;p8"/>
            <p:cNvSpPr/>
            <p:nvPr/>
          </p:nvSpPr>
          <p:spPr>
            <a:xfrm>
              <a:off x="126847" y="135566"/>
              <a:ext cx="678264" cy="675797"/>
            </a:xfrm>
            <a:custGeom>
              <a:avLst/>
              <a:gdLst/>
              <a:ahLst/>
              <a:cxnLst/>
              <a:rect l="l" t="t" r="r" b="b"/>
              <a:pathLst>
                <a:path w="678264" h="675797" extrusionOk="0">
                  <a:moveTo>
                    <a:pt x="0" y="0"/>
                  </a:moveTo>
                  <a:lnTo>
                    <a:pt x="678264" y="0"/>
                  </a:lnTo>
                  <a:lnTo>
                    <a:pt x="678264" y="675797"/>
                  </a:lnTo>
                  <a:lnTo>
                    <a:pt x="0" y="675797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2">
                <a:alphaModFix/>
              </a:blip>
              <a:stretch>
                <a:fillRect/>
              </a:stretch>
            </a:blipFill>
            <a:ln>
              <a:noFill/>
            </a:ln>
          </p:spPr>
        </p:sp>
        <p:sp>
          <p:nvSpPr>
            <p:cNvPr id="65" name="Google Shape;65;p8"/>
            <p:cNvSpPr txBox="1"/>
            <p:nvPr/>
          </p:nvSpPr>
          <p:spPr>
            <a:xfrm>
              <a:off x="1080440" y="127336"/>
              <a:ext cx="2838300" cy="749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650" b="0" i="0" u="none" strike="noStrike" cap="none">
                  <a:solidFill>
                    <a:srgbClr val="FFFFFF"/>
                  </a:solidFill>
                  <a:latin typeface="Teko"/>
                  <a:ea typeface="Teko"/>
                  <a:cs typeface="Teko"/>
                  <a:sym typeface="Teko"/>
                </a:rPr>
                <a:t>LOGO COMPANY</a:t>
              </a: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>
            <a:spLocks noGrp="1"/>
          </p:cNvSpPr>
          <p:nvPr>
            <p:ph type="title"/>
          </p:nvPr>
        </p:nvSpPr>
        <p:spPr>
          <a:xfrm>
            <a:off x="603275" y="3716800"/>
            <a:ext cx="15552900" cy="11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0"/>
              <a:buFont typeface="Teko"/>
              <a:buNone/>
              <a:defRPr sz="12000">
                <a:latin typeface="Teko"/>
                <a:ea typeface="Teko"/>
                <a:cs typeface="Teko"/>
                <a:sym typeface="Tek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2000"/>
              <a:buFont typeface="Teko"/>
              <a:buNone/>
              <a:defRPr sz="12000">
                <a:latin typeface="Teko"/>
                <a:ea typeface="Teko"/>
                <a:cs typeface="Teko"/>
                <a:sym typeface="Tek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2000"/>
              <a:buFont typeface="Teko"/>
              <a:buNone/>
              <a:defRPr sz="12000">
                <a:latin typeface="Teko"/>
                <a:ea typeface="Teko"/>
                <a:cs typeface="Teko"/>
                <a:sym typeface="Tek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2000"/>
              <a:buFont typeface="Teko"/>
              <a:buNone/>
              <a:defRPr sz="12000">
                <a:latin typeface="Teko"/>
                <a:ea typeface="Teko"/>
                <a:cs typeface="Teko"/>
                <a:sym typeface="Tek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2000"/>
              <a:buFont typeface="Teko"/>
              <a:buNone/>
              <a:defRPr sz="12000">
                <a:latin typeface="Teko"/>
                <a:ea typeface="Teko"/>
                <a:cs typeface="Teko"/>
                <a:sym typeface="Tek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2000"/>
              <a:buFont typeface="Teko"/>
              <a:buNone/>
              <a:defRPr sz="12000">
                <a:latin typeface="Teko"/>
                <a:ea typeface="Teko"/>
                <a:cs typeface="Teko"/>
                <a:sym typeface="Tek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2000"/>
              <a:buFont typeface="Teko"/>
              <a:buNone/>
              <a:defRPr sz="12000">
                <a:latin typeface="Teko"/>
                <a:ea typeface="Teko"/>
                <a:cs typeface="Teko"/>
                <a:sym typeface="Tek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2000"/>
              <a:buFont typeface="Teko"/>
              <a:buNone/>
              <a:defRPr sz="12000">
                <a:latin typeface="Teko"/>
                <a:ea typeface="Teko"/>
                <a:cs typeface="Teko"/>
                <a:sym typeface="Teko"/>
              </a:defRPr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body" idx="1"/>
          </p:nvPr>
        </p:nvSpPr>
        <p:spPr>
          <a:xfrm>
            <a:off x="8469600" y="5251600"/>
            <a:ext cx="6995700" cy="37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683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1pPr>
            <a:lvl2pPr marL="914400" lvl="1" indent="-3683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200"/>
              <a:buChar char="–"/>
              <a:defRPr/>
            </a:lvl2pPr>
            <a:lvl3pPr marL="1371600" lvl="2" indent="-3683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3pPr>
            <a:lvl4pPr marL="1828800" lvl="3" indent="-3683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200"/>
              <a:buChar char="–"/>
              <a:defRPr/>
            </a:lvl4pPr>
            <a:lvl5pPr marL="2286000" lvl="4" indent="-3683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200"/>
              <a:buChar char="»"/>
              <a:defRPr/>
            </a:lvl5pPr>
            <a:lvl6pPr marL="2743200" lvl="5" indent="-3683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3200400" lvl="6" indent="-3683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657600" lvl="7" indent="-3683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4114800" lvl="8" indent="-3683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body" idx="2"/>
          </p:nvPr>
        </p:nvSpPr>
        <p:spPr>
          <a:xfrm>
            <a:off x="3402200" y="5251600"/>
            <a:ext cx="4917900" cy="469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/>
            </a:lvl9pPr>
          </a:lstStyle>
          <a:p>
            <a:endParaRPr/>
          </a:p>
        </p:txBody>
      </p:sp>
      <p:grpSp>
        <p:nvGrpSpPr>
          <p:cNvPr id="70" name="Google Shape;70;p9"/>
          <p:cNvGrpSpPr/>
          <p:nvPr/>
        </p:nvGrpSpPr>
        <p:grpSpPr>
          <a:xfrm>
            <a:off x="463151" y="452860"/>
            <a:ext cx="2939055" cy="698967"/>
            <a:chOff x="0" y="0"/>
            <a:chExt cx="3918740" cy="931956"/>
          </a:xfrm>
        </p:grpSpPr>
        <p:grpSp>
          <p:nvGrpSpPr>
            <p:cNvPr id="71" name="Google Shape;71;p9"/>
            <p:cNvGrpSpPr/>
            <p:nvPr/>
          </p:nvGrpSpPr>
          <p:grpSpPr>
            <a:xfrm>
              <a:off x="0" y="0"/>
              <a:ext cx="931956" cy="931956"/>
              <a:chOff x="0" y="0"/>
              <a:chExt cx="812800" cy="812800"/>
            </a:xfrm>
          </p:grpSpPr>
          <p:sp>
            <p:nvSpPr>
              <p:cNvPr id="72" name="Google Shape;72;p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CE1E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Google Shape;73;p9"/>
              <p:cNvSpPr txBox="1"/>
              <p:nvPr/>
            </p:nvSpPr>
            <p:spPr>
              <a:xfrm>
                <a:off x="76200" y="28575"/>
                <a:ext cx="660300" cy="70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66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74" name="Google Shape;74;p9"/>
            <p:cNvSpPr/>
            <p:nvPr/>
          </p:nvSpPr>
          <p:spPr>
            <a:xfrm>
              <a:off x="126847" y="135566"/>
              <a:ext cx="678264" cy="675797"/>
            </a:xfrm>
            <a:custGeom>
              <a:avLst/>
              <a:gdLst/>
              <a:ahLst/>
              <a:cxnLst/>
              <a:rect l="l" t="t" r="r" b="b"/>
              <a:pathLst>
                <a:path w="678264" h="675797" extrusionOk="0">
                  <a:moveTo>
                    <a:pt x="0" y="0"/>
                  </a:moveTo>
                  <a:lnTo>
                    <a:pt x="678264" y="0"/>
                  </a:lnTo>
                  <a:lnTo>
                    <a:pt x="678264" y="675797"/>
                  </a:lnTo>
                  <a:lnTo>
                    <a:pt x="0" y="675797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2">
                <a:alphaModFix/>
              </a:blip>
              <a:stretch>
                <a:fillRect/>
              </a:stretch>
            </a:blipFill>
            <a:ln>
              <a:noFill/>
            </a:ln>
          </p:spPr>
        </p:sp>
        <p:sp>
          <p:nvSpPr>
            <p:cNvPr id="75" name="Google Shape;75;p9"/>
            <p:cNvSpPr txBox="1"/>
            <p:nvPr/>
          </p:nvSpPr>
          <p:spPr>
            <a:xfrm>
              <a:off x="1080440" y="127336"/>
              <a:ext cx="2838300" cy="749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650" b="0" i="0" u="none" strike="noStrike" cap="none">
                  <a:solidFill>
                    <a:srgbClr val="FFFFFF"/>
                  </a:solidFill>
                  <a:latin typeface="Teko"/>
                  <a:ea typeface="Teko"/>
                  <a:cs typeface="Teko"/>
                  <a:sym typeface="Teko"/>
                </a:rPr>
                <a:t>LOGO COMPANY</a:t>
              </a: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573125" y="4267200"/>
            <a:ext cx="15233100" cy="5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0"/>
              <a:buFont typeface="Teko"/>
              <a:buNone/>
              <a:defRPr sz="12000">
                <a:latin typeface="Teko"/>
                <a:ea typeface="Teko"/>
                <a:cs typeface="Teko"/>
                <a:sym typeface="Tek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2000"/>
              <a:buFont typeface="Teko"/>
              <a:buNone/>
              <a:defRPr sz="12000">
                <a:latin typeface="Teko"/>
                <a:ea typeface="Teko"/>
                <a:cs typeface="Teko"/>
                <a:sym typeface="Tek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2000"/>
              <a:buFont typeface="Teko"/>
              <a:buNone/>
              <a:defRPr sz="12000">
                <a:latin typeface="Teko"/>
                <a:ea typeface="Teko"/>
                <a:cs typeface="Teko"/>
                <a:sym typeface="Tek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2000"/>
              <a:buFont typeface="Teko"/>
              <a:buNone/>
              <a:defRPr sz="12000">
                <a:latin typeface="Teko"/>
                <a:ea typeface="Teko"/>
                <a:cs typeface="Teko"/>
                <a:sym typeface="Tek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2000"/>
              <a:buFont typeface="Teko"/>
              <a:buNone/>
              <a:defRPr sz="12000">
                <a:latin typeface="Teko"/>
                <a:ea typeface="Teko"/>
                <a:cs typeface="Teko"/>
                <a:sym typeface="Tek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2000"/>
              <a:buFont typeface="Teko"/>
              <a:buNone/>
              <a:defRPr sz="12000">
                <a:latin typeface="Teko"/>
                <a:ea typeface="Teko"/>
                <a:cs typeface="Teko"/>
                <a:sym typeface="Tek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2000"/>
              <a:buFont typeface="Teko"/>
              <a:buNone/>
              <a:defRPr sz="12000">
                <a:latin typeface="Teko"/>
                <a:ea typeface="Teko"/>
                <a:cs typeface="Teko"/>
                <a:sym typeface="Tek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2000"/>
              <a:buFont typeface="Teko"/>
              <a:buNone/>
              <a:defRPr sz="12000">
                <a:latin typeface="Teko"/>
                <a:ea typeface="Teko"/>
                <a:cs typeface="Teko"/>
                <a:sym typeface="Teko"/>
              </a:defRPr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1579221" y="5937525"/>
            <a:ext cx="3487800" cy="2616000"/>
          </a:xfrm>
          <a:prstGeom prst="rect">
            <a:avLst/>
          </a:prstGeom>
          <a:noFill/>
          <a:ln>
            <a:noFill/>
          </a:ln>
        </p:spPr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2280263" y="5702863"/>
            <a:ext cx="5486400" cy="8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/>
            </a:lvl9pPr>
          </a:lstStyle>
          <a:p>
            <a:endParaRPr/>
          </a:p>
        </p:txBody>
      </p:sp>
      <p:grpSp>
        <p:nvGrpSpPr>
          <p:cNvPr id="80" name="Google Shape;80;p10"/>
          <p:cNvGrpSpPr/>
          <p:nvPr/>
        </p:nvGrpSpPr>
        <p:grpSpPr>
          <a:xfrm>
            <a:off x="463151" y="452860"/>
            <a:ext cx="2939055" cy="698967"/>
            <a:chOff x="0" y="0"/>
            <a:chExt cx="3918740" cy="931956"/>
          </a:xfrm>
        </p:grpSpPr>
        <p:grpSp>
          <p:nvGrpSpPr>
            <p:cNvPr id="81" name="Google Shape;81;p10"/>
            <p:cNvGrpSpPr/>
            <p:nvPr/>
          </p:nvGrpSpPr>
          <p:grpSpPr>
            <a:xfrm>
              <a:off x="0" y="0"/>
              <a:ext cx="931956" cy="931956"/>
              <a:chOff x="0" y="0"/>
              <a:chExt cx="812800" cy="812800"/>
            </a:xfrm>
          </p:grpSpPr>
          <p:sp>
            <p:nvSpPr>
              <p:cNvPr id="82" name="Google Shape;82;p1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CE1E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" name="Google Shape;83;p10"/>
              <p:cNvSpPr txBox="1"/>
              <p:nvPr/>
            </p:nvSpPr>
            <p:spPr>
              <a:xfrm>
                <a:off x="76200" y="28575"/>
                <a:ext cx="660300" cy="70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66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84" name="Google Shape;84;p10"/>
            <p:cNvSpPr/>
            <p:nvPr/>
          </p:nvSpPr>
          <p:spPr>
            <a:xfrm>
              <a:off x="126847" y="135566"/>
              <a:ext cx="678264" cy="675797"/>
            </a:xfrm>
            <a:custGeom>
              <a:avLst/>
              <a:gdLst/>
              <a:ahLst/>
              <a:cxnLst/>
              <a:rect l="l" t="t" r="r" b="b"/>
              <a:pathLst>
                <a:path w="678264" h="675797" extrusionOk="0">
                  <a:moveTo>
                    <a:pt x="0" y="0"/>
                  </a:moveTo>
                  <a:lnTo>
                    <a:pt x="678264" y="0"/>
                  </a:lnTo>
                  <a:lnTo>
                    <a:pt x="678264" y="675797"/>
                  </a:lnTo>
                  <a:lnTo>
                    <a:pt x="0" y="675797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2">
                <a:alphaModFix/>
              </a:blip>
              <a:stretch>
                <a:fillRect/>
              </a:stretch>
            </a:blipFill>
            <a:ln>
              <a:noFill/>
            </a:ln>
          </p:spPr>
        </p:sp>
        <p:sp>
          <p:nvSpPr>
            <p:cNvPr id="85" name="Google Shape;85;p10"/>
            <p:cNvSpPr txBox="1"/>
            <p:nvPr/>
          </p:nvSpPr>
          <p:spPr>
            <a:xfrm>
              <a:off x="1080440" y="127336"/>
              <a:ext cx="2838300" cy="749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650" b="0" i="0" u="none" strike="noStrike" cap="none">
                  <a:solidFill>
                    <a:srgbClr val="FFFFFF"/>
                  </a:solidFill>
                  <a:latin typeface="Teko"/>
                  <a:ea typeface="Teko"/>
                  <a:cs typeface="Teko"/>
                  <a:sym typeface="Teko"/>
                </a:rPr>
                <a:t>LOGO COMPANY</a:t>
              </a: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652400" y="2360250"/>
            <a:ext cx="159435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0"/>
              <a:buFont typeface="Teko"/>
              <a:buNone/>
              <a:defRPr sz="12000" i="0" u="none" strike="noStrike" cap="none">
                <a:solidFill>
                  <a:schemeClr val="accent3"/>
                </a:solidFill>
                <a:latin typeface="Teko"/>
                <a:ea typeface="Teko"/>
                <a:cs typeface="Teko"/>
                <a:sym typeface="Tek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5395725" y="4723400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68300" algn="l" rtl="0">
              <a:spcBef>
                <a:spcPts val="640"/>
              </a:spcBef>
              <a:spcAft>
                <a:spcPts val="0"/>
              </a:spcAft>
              <a:buClr>
                <a:schemeClr val="accent3"/>
              </a:buClr>
              <a:buSzPts val="2200"/>
              <a:buFont typeface="Teko"/>
              <a:buChar char="•"/>
              <a:defRPr sz="2200" i="0" u="none" strike="noStrike" cap="none">
                <a:solidFill>
                  <a:schemeClr val="accent3"/>
                </a:solidFill>
                <a:latin typeface="Teko"/>
                <a:ea typeface="Teko"/>
                <a:cs typeface="Teko"/>
                <a:sym typeface="Teko"/>
              </a:defRPr>
            </a:lvl1pPr>
            <a:lvl2pPr marL="914400" marR="0" lvl="1" indent="-368300" algn="l" rtl="0">
              <a:spcBef>
                <a:spcPts val="560"/>
              </a:spcBef>
              <a:spcAft>
                <a:spcPts val="0"/>
              </a:spcAft>
              <a:buClr>
                <a:schemeClr val="accent3"/>
              </a:buClr>
              <a:buSzPts val="2200"/>
              <a:buFont typeface="Teko"/>
              <a:buChar char="–"/>
              <a:defRPr sz="2200" i="0" u="none" strike="noStrike" cap="none">
                <a:solidFill>
                  <a:schemeClr val="accent3"/>
                </a:solidFill>
                <a:latin typeface="Teko"/>
                <a:ea typeface="Teko"/>
                <a:cs typeface="Teko"/>
                <a:sym typeface="Teko"/>
              </a:defRPr>
            </a:lvl2pPr>
            <a:lvl3pPr marL="1371600" marR="0" lvl="2" indent="-368300" algn="l" rtl="0">
              <a:spcBef>
                <a:spcPts val="480"/>
              </a:spcBef>
              <a:spcAft>
                <a:spcPts val="0"/>
              </a:spcAft>
              <a:buClr>
                <a:schemeClr val="accent3"/>
              </a:buClr>
              <a:buSzPts val="2200"/>
              <a:buFont typeface="Teko"/>
              <a:buChar char="•"/>
              <a:defRPr sz="2200" i="0" u="none" strike="noStrike" cap="none">
                <a:solidFill>
                  <a:schemeClr val="accent3"/>
                </a:solidFill>
                <a:latin typeface="Teko"/>
                <a:ea typeface="Teko"/>
                <a:cs typeface="Teko"/>
                <a:sym typeface="Teko"/>
              </a:defRPr>
            </a:lvl3pPr>
            <a:lvl4pPr marL="1828800" marR="0" lvl="3" indent="-368300" algn="l" rtl="0">
              <a:spcBef>
                <a:spcPts val="400"/>
              </a:spcBef>
              <a:spcAft>
                <a:spcPts val="0"/>
              </a:spcAft>
              <a:buClr>
                <a:schemeClr val="accent3"/>
              </a:buClr>
              <a:buSzPts val="2200"/>
              <a:buFont typeface="Teko"/>
              <a:buChar char="–"/>
              <a:defRPr sz="2200" i="0" u="none" strike="noStrike" cap="none">
                <a:solidFill>
                  <a:schemeClr val="accent3"/>
                </a:solidFill>
                <a:latin typeface="Teko"/>
                <a:ea typeface="Teko"/>
                <a:cs typeface="Teko"/>
                <a:sym typeface="Teko"/>
              </a:defRPr>
            </a:lvl4pPr>
            <a:lvl5pPr marL="2286000" marR="0" lvl="4" indent="-368300" algn="l" rtl="0">
              <a:spcBef>
                <a:spcPts val="400"/>
              </a:spcBef>
              <a:spcAft>
                <a:spcPts val="0"/>
              </a:spcAft>
              <a:buClr>
                <a:schemeClr val="accent3"/>
              </a:buClr>
              <a:buSzPts val="2200"/>
              <a:buFont typeface="Teko"/>
              <a:buChar char="»"/>
              <a:defRPr sz="2200" i="0" u="none" strike="noStrike" cap="none">
                <a:solidFill>
                  <a:schemeClr val="accent3"/>
                </a:solidFill>
                <a:latin typeface="Teko"/>
                <a:ea typeface="Teko"/>
                <a:cs typeface="Teko"/>
                <a:sym typeface="Teko"/>
              </a:defRPr>
            </a:lvl5pPr>
            <a:lvl6pPr marL="2743200" marR="0" lvl="5" indent="-368300" algn="l" rtl="0">
              <a:spcBef>
                <a:spcPts val="400"/>
              </a:spcBef>
              <a:spcAft>
                <a:spcPts val="0"/>
              </a:spcAft>
              <a:buClr>
                <a:schemeClr val="accent3"/>
              </a:buClr>
              <a:buSzPts val="2200"/>
              <a:buFont typeface="Teko"/>
              <a:buChar char="•"/>
              <a:defRPr sz="2200" i="0" u="none" strike="noStrike" cap="none">
                <a:solidFill>
                  <a:schemeClr val="accent3"/>
                </a:solidFill>
                <a:latin typeface="Teko"/>
                <a:ea typeface="Teko"/>
                <a:cs typeface="Teko"/>
                <a:sym typeface="Teko"/>
              </a:defRPr>
            </a:lvl6pPr>
            <a:lvl7pPr marL="3200400" marR="0" lvl="6" indent="-368300" algn="l" rtl="0">
              <a:spcBef>
                <a:spcPts val="400"/>
              </a:spcBef>
              <a:spcAft>
                <a:spcPts val="0"/>
              </a:spcAft>
              <a:buClr>
                <a:schemeClr val="accent3"/>
              </a:buClr>
              <a:buSzPts val="2200"/>
              <a:buFont typeface="Teko"/>
              <a:buChar char="•"/>
              <a:defRPr sz="2200" i="0" u="none" strike="noStrike" cap="none">
                <a:solidFill>
                  <a:schemeClr val="accent3"/>
                </a:solidFill>
                <a:latin typeface="Teko"/>
                <a:ea typeface="Teko"/>
                <a:cs typeface="Teko"/>
                <a:sym typeface="Teko"/>
              </a:defRPr>
            </a:lvl7pPr>
            <a:lvl8pPr marL="3657600" marR="0" lvl="7" indent="-368300" algn="l" rtl="0">
              <a:spcBef>
                <a:spcPts val="400"/>
              </a:spcBef>
              <a:spcAft>
                <a:spcPts val="0"/>
              </a:spcAft>
              <a:buClr>
                <a:schemeClr val="accent3"/>
              </a:buClr>
              <a:buSzPts val="2200"/>
              <a:buFont typeface="Teko"/>
              <a:buChar char="•"/>
              <a:defRPr sz="2200" i="0" u="none" strike="noStrike" cap="none">
                <a:solidFill>
                  <a:schemeClr val="accent3"/>
                </a:solidFill>
                <a:latin typeface="Teko"/>
                <a:ea typeface="Teko"/>
                <a:cs typeface="Teko"/>
                <a:sym typeface="Teko"/>
              </a:defRPr>
            </a:lvl8pPr>
            <a:lvl9pPr marL="4114800" marR="0" lvl="8" indent="-368300" algn="l" rtl="0">
              <a:spcBef>
                <a:spcPts val="400"/>
              </a:spcBef>
              <a:spcAft>
                <a:spcPts val="0"/>
              </a:spcAft>
              <a:buClr>
                <a:schemeClr val="accent3"/>
              </a:buClr>
              <a:buSzPts val="2200"/>
              <a:buFont typeface="Teko"/>
              <a:buChar char="•"/>
              <a:defRPr sz="2200" i="0" u="none" strike="noStrike" cap="none">
                <a:solidFill>
                  <a:schemeClr val="accent3"/>
                </a:solidFill>
                <a:latin typeface="Teko"/>
                <a:ea typeface="Teko"/>
                <a:cs typeface="Teko"/>
                <a:sym typeface="Tek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jp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5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23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A38"/>
        </a:solidFill>
        <a:effectLst/>
      </p:bgPr>
    </p:bg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63447"/>
            <a:ext cx="18288000" cy="1024925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1" name="Google Shape;91;p11"/>
          <p:cNvGrpSpPr/>
          <p:nvPr/>
        </p:nvGrpSpPr>
        <p:grpSpPr>
          <a:xfrm>
            <a:off x="11566530" y="992243"/>
            <a:ext cx="5692770" cy="8137872"/>
            <a:chOff x="0" y="-47625"/>
            <a:chExt cx="1646718" cy="2354001"/>
          </a:xfrm>
        </p:grpSpPr>
        <p:sp>
          <p:nvSpPr>
            <p:cNvPr id="92" name="Google Shape;92;p11"/>
            <p:cNvSpPr/>
            <p:nvPr/>
          </p:nvSpPr>
          <p:spPr>
            <a:xfrm>
              <a:off x="0" y="0"/>
              <a:ext cx="1646718" cy="2306376"/>
            </a:xfrm>
            <a:custGeom>
              <a:avLst/>
              <a:gdLst/>
              <a:ahLst/>
              <a:cxnLst/>
              <a:rect l="l" t="t" r="r" b="b"/>
              <a:pathLst>
                <a:path w="1646718" h="2306376" extrusionOk="0">
                  <a:moveTo>
                    <a:pt x="0" y="0"/>
                  </a:moveTo>
                  <a:lnTo>
                    <a:pt x="1646718" y="0"/>
                  </a:lnTo>
                  <a:lnTo>
                    <a:pt x="1646718" y="2306376"/>
                  </a:lnTo>
                  <a:lnTo>
                    <a:pt x="0" y="230637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 cmpd="sng">
              <a:solidFill>
                <a:srgbClr val="5CE1E6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93" name="Google Shape;93;p11"/>
            <p:cNvSpPr txBox="1"/>
            <p:nvPr/>
          </p:nvSpPr>
          <p:spPr>
            <a:xfrm>
              <a:off x="0" y="-47625"/>
              <a:ext cx="1646718" cy="23540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4" name="Google Shape;94;p11"/>
          <p:cNvGrpSpPr/>
          <p:nvPr/>
        </p:nvGrpSpPr>
        <p:grpSpPr>
          <a:xfrm>
            <a:off x="13080465" y="992241"/>
            <a:ext cx="2809881" cy="409797"/>
            <a:chOff x="0" y="-47625"/>
            <a:chExt cx="812800" cy="118539"/>
          </a:xfrm>
        </p:grpSpPr>
        <p:sp>
          <p:nvSpPr>
            <p:cNvPr id="95" name="Google Shape;95;p11"/>
            <p:cNvSpPr/>
            <p:nvPr/>
          </p:nvSpPr>
          <p:spPr>
            <a:xfrm>
              <a:off x="0" y="0"/>
              <a:ext cx="812800" cy="70914"/>
            </a:xfrm>
            <a:custGeom>
              <a:avLst/>
              <a:gdLst/>
              <a:ahLst/>
              <a:cxnLst/>
              <a:rect l="l" t="t" r="r" b="b"/>
              <a:pathLst>
                <a:path w="812800" h="70914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70914"/>
                  </a:lnTo>
                  <a:lnTo>
                    <a:pt x="0" y="70914"/>
                  </a:ln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</p:sp>
        <p:sp>
          <p:nvSpPr>
            <p:cNvPr id="96" name="Google Shape;96;p11"/>
            <p:cNvSpPr txBox="1"/>
            <p:nvPr/>
          </p:nvSpPr>
          <p:spPr>
            <a:xfrm>
              <a:off x="0" y="-47625"/>
              <a:ext cx="812800" cy="1185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7" name="Google Shape;97;p11"/>
          <p:cNvGrpSpPr/>
          <p:nvPr/>
        </p:nvGrpSpPr>
        <p:grpSpPr>
          <a:xfrm rot="5400000">
            <a:off x="10366487" y="4938602"/>
            <a:ext cx="2809881" cy="409797"/>
            <a:chOff x="0" y="-47625"/>
            <a:chExt cx="812800" cy="118539"/>
          </a:xfrm>
        </p:grpSpPr>
        <p:sp>
          <p:nvSpPr>
            <p:cNvPr id="98" name="Google Shape;98;p11"/>
            <p:cNvSpPr/>
            <p:nvPr/>
          </p:nvSpPr>
          <p:spPr>
            <a:xfrm>
              <a:off x="0" y="0"/>
              <a:ext cx="812800" cy="70914"/>
            </a:xfrm>
            <a:custGeom>
              <a:avLst/>
              <a:gdLst/>
              <a:ahLst/>
              <a:cxnLst/>
              <a:rect l="l" t="t" r="r" b="b"/>
              <a:pathLst>
                <a:path w="812800" h="70914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70914"/>
                  </a:lnTo>
                  <a:lnTo>
                    <a:pt x="0" y="70914"/>
                  </a:ln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</p:sp>
        <p:sp>
          <p:nvSpPr>
            <p:cNvPr id="99" name="Google Shape;99;p11"/>
            <p:cNvSpPr txBox="1"/>
            <p:nvPr/>
          </p:nvSpPr>
          <p:spPr>
            <a:xfrm>
              <a:off x="0" y="-47625"/>
              <a:ext cx="812800" cy="1185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0" name="Google Shape;100;p11"/>
          <p:cNvGrpSpPr/>
          <p:nvPr/>
        </p:nvGrpSpPr>
        <p:grpSpPr>
          <a:xfrm rot="5400000">
            <a:off x="15814104" y="4938602"/>
            <a:ext cx="2809881" cy="409797"/>
            <a:chOff x="0" y="-47625"/>
            <a:chExt cx="812800" cy="118539"/>
          </a:xfrm>
        </p:grpSpPr>
        <p:sp>
          <p:nvSpPr>
            <p:cNvPr id="101" name="Google Shape;101;p11"/>
            <p:cNvSpPr/>
            <p:nvPr/>
          </p:nvSpPr>
          <p:spPr>
            <a:xfrm>
              <a:off x="0" y="0"/>
              <a:ext cx="812800" cy="70914"/>
            </a:xfrm>
            <a:custGeom>
              <a:avLst/>
              <a:gdLst/>
              <a:ahLst/>
              <a:cxnLst/>
              <a:rect l="l" t="t" r="r" b="b"/>
              <a:pathLst>
                <a:path w="812800" h="70914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70914"/>
                  </a:lnTo>
                  <a:lnTo>
                    <a:pt x="0" y="70914"/>
                  </a:ln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</p:sp>
        <p:sp>
          <p:nvSpPr>
            <p:cNvPr id="102" name="Google Shape;102;p11"/>
            <p:cNvSpPr txBox="1"/>
            <p:nvPr/>
          </p:nvSpPr>
          <p:spPr>
            <a:xfrm>
              <a:off x="0" y="-47625"/>
              <a:ext cx="812800" cy="1185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3" name="Google Shape;103;p11"/>
          <p:cNvGrpSpPr/>
          <p:nvPr/>
        </p:nvGrpSpPr>
        <p:grpSpPr>
          <a:xfrm>
            <a:off x="13080465" y="8720319"/>
            <a:ext cx="2809881" cy="409797"/>
            <a:chOff x="0" y="-47625"/>
            <a:chExt cx="812800" cy="118539"/>
          </a:xfrm>
        </p:grpSpPr>
        <p:sp>
          <p:nvSpPr>
            <p:cNvPr id="104" name="Google Shape;104;p11"/>
            <p:cNvSpPr/>
            <p:nvPr/>
          </p:nvSpPr>
          <p:spPr>
            <a:xfrm>
              <a:off x="0" y="0"/>
              <a:ext cx="812800" cy="70914"/>
            </a:xfrm>
            <a:custGeom>
              <a:avLst/>
              <a:gdLst/>
              <a:ahLst/>
              <a:cxnLst/>
              <a:rect l="l" t="t" r="r" b="b"/>
              <a:pathLst>
                <a:path w="812800" h="70914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70914"/>
                  </a:lnTo>
                  <a:lnTo>
                    <a:pt x="0" y="70914"/>
                  </a:ln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</p:sp>
        <p:sp>
          <p:nvSpPr>
            <p:cNvPr id="105" name="Google Shape;105;p11"/>
            <p:cNvSpPr txBox="1"/>
            <p:nvPr/>
          </p:nvSpPr>
          <p:spPr>
            <a:xfrm>
              <a:off x="0" y="-47625"/>
              <a:ext cx="812800" cy="1185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0" name="Google Shape;120;p11"/>
          <p:cNvSpPr/>
          <p:nvPr/>
        </p:nvSpPr>
        <p:spPr>
          <a:xfrm>
            <a:off x="638545" y="665925"/>
            <a:ext cx="1469549" cy="1472226"/>
          </a:xfrm>
          <a:custGeom>
            <a:avLst/>
            <a:gdLst/>
            <a:ahLst/>
            <a:cxnLst/>
            <a:rect l="l" t="t" r="r" b="b"/>
            <a:pathLst>
              <a:path w="1469549" h="1472226" extrusionOk="0">
                <a:moveTo>
                  <a:pt x="0" y="0"/>
                </a:moveTo>
                <a:lnTo>
                  <a:pt x="1469549" y="0"/>
                </a:lnTo>
                <a:lnTo>
                  <a:pt x="1469549" y="1472226"/>
                </a:lnTo>
                <a:lnTo>
                  <a:pt x="0" y="147222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pic>
        <p:nvPicPr>
          <p:cNvPr id="121" name="Google Shape;121;p1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170377" y="8137650"/>
            <a:ext cx="3783922" cy="157513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1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2125989" y="1759868"/>
            <a:ext cx="4527650" cy="6767262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11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005721" y="2711143"/>
            <a:ext cx="1131100" cy="5237393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DEDD22C-C074-1A3C-F5D3-71E789514B02}"/>
              </a:ext>
            </a:extLst>
          </p:cNvPr>
          <p:cNvSpPr txBox="1"/>
          <p:nvPr/>
        </p:nvSpPr>
        <p:spPr>
          <a:xfrm>
            <a:off x="4462999" y="2867523"/>
            <a:ext cx="62671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rPr>
              <a:t>Introduction </a:t>
            </a:r>
            <a:r>
              <a:rPr lang="en-US" sz="3600" b="1" kern="1200" dirty="0">
                <a:solidFill>
                  <a:schemeClr val="bg1"/>
                </a:solidFill>
                <a:latin typeface="Consolas" panose="020B0609020204030204" pitchFamily="49" charset="0"/>
                <a:ea typeface="+mj-ea"/>
                <a:cs typeface="+mj-cs"/>
              </a:rPr>
              <a:t>To </a:t>
            </a: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rPr>
              <a:t>AI Cyberbullying Guardian</a:t>
            </a:r>
            <a:endParaRPr lang="en-US" sz="36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3632F6-139E-CBFA-464E-2AFA600899C3}"/>
              </a:ext>
            </a:extLst>
          </p:cNvPr>
          <p:cNvSpPr txBox="1"/>
          <p:nvPr/>
        </p:nvSpPr>
        <p:spPr>
          <a:xfrm>
            <a:off x="4372116" y="5329839"/>
            <a:ext cx="6448886" cy="20744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Team Members:</a:t>
            </a:r>
          </a:p>
          <a:p>
            <a:pPr marL="342900" marR="0" lvl="0" indent="-342900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2800" b="1" kern="1200" dirty="0">
                <a:solidFill>
                  <a:schemeClr val="bg1"/>
                </a:solidFill>
                <a:latin typeface="Calibri"/>
                <a:ea typeface="+mn-ea"/>
                <a:cs typeface="+mn-cs"/>
              </a:rPr>
              <a:t>Md. Abu </a:t>
            </a:r>
            <a:r>
              <a:rPr lang="en-US" sz="2800" b="1" kern="1200" dirty="0" err="1">
                <a:solidFill>
                  <a:schemeClr val="bg1"/>
                </a:solidFill>
                <a:latin typeface="Calibri"/>
                <a:ea typeface="+mn-ea"/>
                <a:cs typeface="+mn-cs"/>
              </a:rPr>
              <a:t>Sufian</a:t>
            </a:r>
            <a:r>
              <a:rPr lang="en-US" sz="2800" b="1" kern="1200" dirty="0">
                <a:solidFill>
                  <a:schemeClr val="bg1"/>
                </a:solidFill>
                <a:latin typeface="Calibri"/>
                <a:ea typeface="+mn-ea"/>
                <a:cs typeface="+mn-cs"/>
              </a:rPr>
              <a:t> </a:t>
            </a:r>
            <a:r>
              <a:rPr lang="en-US" sz="2800" b="1" kern="1200" dirty="0" err="1">
                <a:solidFill>
                  <a:schemeClr val="bg1"/>
                </a:solidFill>
                <a:latin typeface="Calibri"/>
                <a:ea typeface="+mn-ea"/>
                <a:cs typeface="+mn-cs"/>
              </a:rPr>
              <a:t>Tonmoy</a:t>
            </a:r>
            <a:r>
              <a:rPr lang="en-US" sz="2800" b="1" kern="1200" dirty="0">
                <a:solidFill>
                  <a:schemeClr val="bg1"/>
                </a:solidFill>
                <a:latin typeface="Calibri"/>
                <a:ea typeface="+mn-ea"/>
                <a:cs typeface="+mn-cs"/>
              </a:rPr>
              <a:t>  011221191</a:t>
            </a:r>
          </a:p>
          <a:p>
            <a:pPr marL="342900" marR="0" lvl="0" indent="-342900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2800" b="1" kern="1200" dirty="0" err="1">
                <a:solidFill>
                  <a:schemeClr val="bg1"/>
                </a:solidFill>
                <a:latin typeface="Calibri"/>
                <a:ea typeface="+mn-ea"/>
                <a:cs typeface="+mn-cs"/>
              </a:rPr>
              <a:t>Shariful</a:t>
            </a:r>
            <a:r>
              <a:rPr lang="en-US" sz="2800" b="1" kern="1200" dirty="0">
                <a:solidFill>
                  <a:schemeClr val="bg1"/>
                </a:solidFill>
                <a:latin typeface="Calibri"/>
                <a:ea typeface="+mn-ea"/>
                <a:cs typeface="+mn-cs"/>
              </a:rPr>
              <a:t> Islam </a:t>
            </a:r>
            <a:r>
              <a:rPr lang="en-US" sz="2800" b="1" kern="1200" dirty="0" err="1">
                <a:solidFill>
                  <a:schemeClr val="bg1"/>
                </a:solidFill>
                <a:latin typeface="Calibri"/>
                <a:ea typeface="+mn-ea"/>
                <a:cs typeface="+mn-cs"/>
              </a:rPr>
              <a:t>Likhon</a:t>
            </a:r>
            <a:r>
              <a:rPr lang="en-US" sz="2800" b="1" kern="1200" dirty="0">
                <a:solidFill>
                  <a:schemeClr val="bg1"/>
                </a:solidFill>
                <a:latin typeface="Calibri"/>
                <a:ea typeface="+mn-ea"/>
                <a:cs typeface="+mn-cs"/>
              </a:rPr>
              <a:t> 0112230271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-   Nafees Shahriar  0112230432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A38"/>
        </a:solidFill>
        <a:effectLst/>
      </p:bgPr>
    </p:bg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535885" y="289282"/>
            <a:ext cx="7209274" cy="92681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p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83880" y="2516424"/>
            <a:ext cx="1131100" cy="5254152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" name="Google Shape;171;p1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098665" y="2185602"/>
            <a:ext cx="1131100" cy="525411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5CBB5F1-F993-AA7D-1A45-B438E7F16864}"/>
              </a:ext>
            </a:extLst>
          </p:cNvPr>
          <p:cNvSpPr txBox="1"/>
          <p:nvPr/>
        </p:nvSpPr>
        <p:spPr>
          <a:xfrm>
            <a:off x="7254675" y="1652186"/>
            <a:ext cx="5562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j-ea"/>
                <a:cs typeface="+mj-cs"/>
              </a:rPr>
              <a:t>Introduction</a:t>
            </a:r>
            <a:endParaRPr lang="en-US" sz="3600" b="1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C50CFE-3F84-F184-5A93-D70BEE0CB6EA}"/>
              </a:ext>
            </a:extLst>
          </p:cNvPr>
          <p:cNvSpPr txBox="1"/>
          <p:nvPr/>
        </p:nvSpPr>
        <p:spPr>
          <a:xfrm>
            <a:off x="4148020" y="3423029"/>
            <a:ext cx="9494520" cy="344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Objective: Detect and classify cyberbullying using NLP and ML.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Why it Matters:</a:t>
            </a:r>
          </a:p>
          <a:p>
            <a:pPr marR="0" lvl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- Growing concern of cyberbullying on social media.</a:t>
            </a:r>
          </a:p>
          <a:p>
            <a:pPr marR="0" lvl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- Need for real-time, automated detection tools.</a:t>
            </a:r>
          </a:p>
          <a:p>
            <a:pPr marR="0" lvl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- Ensures safer digital communication.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9" name="Google Shape;659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842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7" name="Google Shape;667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77080" y="548362"/>
            <a:ext cx="5273200" cy="926209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BB4F447-B06B-EA83-556D-357A7DB95585}"/>
              </a:ext>
            </a:extLst>
          </p:cNvPr>
          <p:cNvSpPr txBox="1"/>
          <p:nvPr/>
        </p:nvSpPr>
        <p:spPr>
          <a:xfrm>
            <a:off x="8717280" y="3870960"/>
            <a:ext cx="794077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</a:rPr>
              <a:t> - 1 in 3 young people has experienced </a:t>
            </a:r>
          </a:p>
          <a:p>
            <a:r>
              <a:rPr lang="en-US" sz="3200" b="1" dirty="0">
                <a:solidFill>
                  <a:schemeClr val="bg1"/>
                </a:solidFill>
              </a:rPr>
              <a:t>   cyberbullying." (Source: UNICEF)  </a:t>
            </a:r>
          </a:p>
          <a:p>
            <a:r>
              <a:rPr lang="en-US" sz="3200" b="1" dirty="0">
                <a:solidFill>
                  <a:schemeClr val="bg1"/>
                </a:solidFill>
              </a:rPr>
              <a:t> - 60% of victims don’t report it.   </a:t>
            </a:r>
          </a:p>
          <a:p>
            <a:r>
              <a:rPr lang="en-US" sz="3200" b="1" dirty="0">
                <a:solidFill>
                  <a:schemeClr val="bg1"/>
                </a:solidFill>
              </a:rPr>
              <a:t> - Girls are twice as likely as boys</a:t>
            </a:r>
          </a:p>
          <a:p>
            <a:r>
              <a:rPr lang="en-US" sz="3200" b="1" dirty="0">
                <a:solidFill>
                  <a:schemeClr val="bg1"/>
                </a:solidFill>
              </a:rPr>
              <a:t>   to be targeted.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44C2E8-5F25-855B-82E4-B04BC6E69E13}"/>
              </a:ext>
            </a:extLst>
          </p:cNvPr>
          <p:cNvSpPr txBox="1"/>
          <p:nvPr/>
        </p:nvSpPr>
        <p:spPr>
          <a:xfrm>
            <a:off x="8102282" y="1289149"/>
            <a:ext cx="66500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Statistics On Cyberbullying</a:t>
            </a:r>
          </a:p>
        </p:txBody>
      </p:sp>
      <p:grpSp>
        <p:nvGrpSpPr>
          <p:cNvPr id="4" name="Google Shape;217;p14">
            <a:extLst>
              <a:ext uri="{FF2B5EF4-FFF2-40B4-BE49-F238E27FC236}">
                <a16:creationId xmlns:a16="http://schemas.microsoft.com/office/drawing/2014/main" id="{83C971E7-11D7-6ADF-91E1-0150DD59A7AB}"/>
              </a:ext>
            </a:extLst>
          </p:cNvPr>
          <p:cNvGrpSpPr/>
          <p:nvPr/>
        </p:nvGrpSpPr>
        <p:grpSpPr>
          <a:xfrm rot="5400000">
            <a:off x="16105979" y="2489191"/>
            <a:ext cx="2809881" cy="409797"/>
            <a:chOff x="0" y="-47625"/>
            <a:chExt cx="812800" cy="118539"/>
          </a:xfrm>
        </p:grpSpPr>
        <p:sp>
          <p:nvSpPr>
            <p:cNvPr id="5" name="Google Shape;218;p14">
              <a:extLst>
                <a:ext uri="{FF2B5EF4-FFF2-40B4-BE49-F238E27FC236}">
                  <a16:creationId xmlns:a16="http://schemas.microsoft.com/office/drawing/2014/main" id="{9E56911E-D1EB-39FD-AAB2-30077314F4D7}"/>
                </a:ext>
              </a:extLst>
            </p:cNvPr>
            <p:cNvSpPr/>
            <p:nvPr/>
          </p:nvSpPr>
          <p:spPr>
            <a:xfrm>
              <a:off x="0" y="0"/>
              <a:ext cx="812800" cy="70914"/>
            </a:xfrm>
            <a:custGeom>
              <a:avLst/>
              <a:gdLst/>
              <a:ahLst/>
              <a:cxnLst/>
              <a:rect l="l" t="t" r="r" b="b"/>
              <a:pathLst>
                <a:path w="812800" h="70914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70914"/>
                  </a:lnTo>
                  <a:lnTo>
                    <a:pt x="0" y="70914"/>
                  </a:ln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</p:sp>
        <p:sp>
          <p:nvSpPr>
            <p:cNvPr id="6" name="Google Shape;219;p14">
              <a:extLst>
                <a:ext uri="{FF2B5EF4-FFF2-40B4-BE49-F238E27FC236}">
                  <a16:creationId xmlns:a16="http://schemas.microsoft.com/office/drawing/2014/main" id="{E17CBB16-BD2E-64F0-5888-DAC2F0C5097C}"/>
                </a:ext>
              </a:extLst>
            </p:cNvPr>
            <p:cNvSpPr txBox="1"/>
            <p:nvPr/>
          </p:nvSpPr>
          <p:spPr>
            <a:xfrm>
              <a:off x="0" y="-47625"/>
              <a:ext cx="812800" cy="1185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" name="Google Shape;217;p14">
            <a:extLst>
              <a:ext uri="{FF2B5EF4-FFF2-40B4-BE49-F238E27FC236}">
                <a16:creationId xmlns:a16="http://schemas.microsoft.com/office/drawing/2014/main" id="{28856C57-EA88-7379-EF0E-1CBEAD796E18}"/>
              </a:ext>
            </a:extLst>
          </p:cNvPr>
          <p:cNvGrpSpPr/>
          <p:nvPr/>
        </p:nvGrpSpPr>
        <p:grpSpPr>
          <a:xfrm rot="5400000">
            <a:off x="16105978" y="7625547"/>
            <a:ext cx="2809881" cy="409797"/>
            <a:chOff x="0" y="-47625"/>
            <a:chExt cx="812800" cy="118539"/>
          </a:xfrm>
        </p:grpSpPr>
        <p:sp>
          <p:nvSpPr>
            <p:cNvPr id="8" name="Google Shape;218;p14">
              <a:extLst>
                <a:ext uri="{FF2B5EF4-FFF2-40B4-BE49-F238E27FC236}">
                  <a16:creationId xmlns:a16="http://schemas.microsoft.com/office/drawing/2014/main" id="{0359ED19-2365-5397-47F6-0C2DC5791572}"/>
                </a:ext>
              </a:extLst>
            </p:cNvPr>
            <p:cNvSpPr/>
            <p:nvPr/>
          </p:nvSpPr>
          <p:spPr>
            <a:xfrm>
              <a:off x="0" y="0"/>
              <a:ext cx="812800" cy="70914"/>
            </a:xfrm>
            <a:custGeom>
              <a:avLst/>
              <a:gdLst/>
              <a:ahLst/>
              <a:cxnLst/>
              <a:rect l="l" t="t" r="r" b="b"/>
              <a:pathLst>
                <a:path w="812800" h="70914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70914"/>
                  </a:lnTo>
                  <a:lnTo>
                    <a:pt x="0" y="70914"/>
                  </a:ln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</p:sp>
        <p:sp>
          <p:nvSpPr>
            <p:cNvPr id="9" name="Google Shape;219;p14">
              <a:extLst>
                <a:ext uri="{FF2B5EF4-FFF2-40B4-BE49-F238E27FC236}">
                  <a16:creationId xmlns:a16="http://schemas.microsoft.com/office/drawing/2014/main" id="{A2F5D3D6-EBF0-AE70-1F62-2B99FE5233E8}"/>
                </a:ext>
              </a:extLst>
            </p:cNvPr>
            <p:cNvSpPr txBox="1"/>
            <p:nvPr/>
          </p:nvSpPr>
          <p:spPr>
            <a:xfrm>
              <a:off x="0" y="-47625"/>
              <a:ext cx="812800" cy="1185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1" name="Picture 10" descr="A graph of stock market&#10;&#10;Description automatically generated with medium confidence">
            <a:extLst>
              <a:ext uri="{FF2B5EF4-FFF2-40B4-BE49-F238E27FC236}">
                <a16:creationId xmlns:a16="http://schemas.microsoft.com/office/drawing/2014/main" id="{C3B48FD4-1FA8-3817-98FD-C3BE62D7DD4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740" r="6077"/>
          <a:stretch/>
        </p:blipFill>
        <p:spPr>
          <a:xfrm>
            <a:off x="1425050" y="3187004"/>
            <a:ext cx="5273200" cy="3238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A38"/>
        </a:solidFill>
        <a:effectLst/>
      </p:bgPr>
    </p:bg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AEA1EAB-7033-400B-C142-DC5D697D12C3}"/>
              </a:ext>
            </a:extLst>
          </p:cNvPr>
          <p:cNvSpPr txBox="1"/>
          <p:nvPr/>
        </p:nvSpPr>
        <p:spPr>
          <a:xfrm>
            <a:off x="4145280" y="1005840"/>
            <a:ext cx="893064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j-ea"/>
                <a:cs typeface="+mj-cs"/>
              </a:rPr>
              <a:t>Data Preprocessing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9D1814-5D91-71DC-B3B8-6BEE092AA449}"/>
              </a:ext>
            </a:extLst>
          </p:cNvPr>
          <p:cNvSpPr txBox="1"/>
          <p:nvPr/>
        </p:nvSpPr>
        <p:spPr>
          <a:xfrm>
            <a:off x="2651760" y="2941320"/>
            <a:ext cx="10271760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Dataset: cyberbullying_tweets.csv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Steps: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- Text cleaning: lowercasing, removing URLs, mentions, punctuation.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- Handled contractions and </a:t>
            </a:r>
            <a:r>
              <a:rPr kumimoji="0" lang="en-US" sz="32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stopwords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(preserved negation).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- Applied sentiment analysis using VADER.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- Extracted features: length, punctuation, sentiment, offensive words.</a:t>
            </a:r>
          </a:p>
        </p:txBody>
      </p:sp>
      <p:pic>
        <p:nvPicPr>
          <p:cNvPr id="5" name="Google Shape;227;p14">
            <a:extLst>
              <a:ext uri="{FF2B5EF4-FFF2-40B4-BE49-F238E27FC236}">
                <a16:creationId xmlns:a16="http://schemas.microsoft.com/office/drawing/2014/main" id="{7ED0EAAC-4946-F895-EFEB-5F7294B3676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988040" y="278441"/>
            <a:ext cx="7231818" cy="17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229;p14">
            <a:extLst>
              <a:ext uri="{FF2B5EF4-FFF2-40B4-BE49-F238E27FC236}">
                <a16:creationId xmlns:a16="http://schemas.microsoft.com/office/drawing/2014/main" id="{A5A7E793-0585-7911-8D3F-00A4EA9AD46C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flipH="1">
            <a:off x="12907446" y="2941320"/>
            <a:ext cx="850925" cy="460711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" name="Google Shape;217;p14">
            <a:extLst>
              <a:ext uri="{FF2B5EF4-FFF2-40B4-BE49-F238E27FC236}">
                <a16:creationId xmlns:a16="http://schemas.microsoft.com/office/drawing/2014/main" id="{C3FA3A59-D6FB-5AAE-C4A9-4352DC5C740C}"/>
              </a:ext>
            </a:extLst>
          </p:cNvPr>
          <p:cNvGrpSpPr/>
          <p:nvPr/>
        </p:nvGrpSpPr>
        <p:grpSpPr>
          <a:xfrm rot="5400000">
            <a:off x="15047481" y="7250757"/>
            <a:ext cx="2809881" cy="409797"/>
            <a:chOff x="0" y="-47625"/>
            <a:chExt cx="812800" cy="118539"/>
          </a:xfrm>
        </p:grpSpPr>
        <p:sp>
          <p:nvSpPr>
            <p:cNvPr id="8" name="Google Shape;218;p14">
              <a:extLst>
                <a:ext uri="{FF2B5EF4-FFF2-40B4-BE49-F238E27FC236}">
                  <a16:creationId xmlns:a16="http://schemas.microsoft.com/office/drawing/2014/main" id="{73E4D8DD-53AB-70A5-1C30-76AE52A14FFB}"/>
                </a:ext>
              </a:extLst>
            </p:cNvPr>
            <p:cNvSpPr/>
            <p:nvPr/>
          </p:nvSpPr>
          <p:spPr>
            <a:xfrm>
              <a:off x="0" y="0"/>
              <a:ext cx="812800" cy="70914"/>
            </a:xfrm>
            <a:custGeom>
              <a:avLst/>
              <a:gdLst/>
              <a:ahLst/>
              <a:cxnLst/>
              <a:rect l="l" t="t" r="r" b="b"/>
              <a:pathLst>
                <a:path w="812800" h="70914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70914"/>
                  </a:lnTo>
                  <a:lnTo>
                    <a:pt x="0" y="70914"/>
                  </a:ln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</p:sp>
        <p:sp>
          <p:nvSpPr>
            <p:cNvPr id="9" name="Google Shape;219;p14">
              <a:extLst>
                <a:ext uri="{FF2B5EF4-FFF2-40B4-BE49-F238E27FC236}">
                  <a16:creationId xmlns:a16="http://schemas.microsoft.com/office/drawing/2014/main" id="{488A15E3-24B1-C981-FE36-3F58C843B393}"/>
                </a:ext>
              </a:extLst>
            </p:cNvPr>
            <p:cNvSpPr txBox="1"/>
            <p:nvPr/>
          </p:nvSpPr>
          <p:spPr>
            <a:xfrm>
              <a:off x="0" y="-47625"/>
              <a:ext cx="812800" cy="1185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" name="Google Shape;217;p14">
            <a:extLst>
              <a:ext uri="{FF2B5EF4-FFF2-40B4-BE49-F238E27FC236}">
                <a16:creationId xmlns:a16="http://schemas.microsoft.com/office/drawing/2014/main" id="{60E8D4E8-A223-3B31-DD1A-EFA1922C58C3}"/>
              </a:ext>
            </a:extLst>
          </p:cNvPr>
          <p:cNvGrpSpPr/>
          <p:nvPr/>
        </p:nvGrpSpPr>
        <p:grpSpPr>
          <a:xfrm rot="5400000">
            <a:off x="-29100" y="1961035"/>
            <a:ext cx="2809881" cy="409797"/>
            <a:chOff x="0" y="-47625"/>
            <a:chExt cx="812800" cy="118539"/>
          </a:xfrm>
        </p:grpSpPr>
        <p:sp>
          <p:nvSpPr>
            <p:cNvPr id="11" name="Google Shape;218;p14">
              <a:extLst>
                <a:ext uri="{FF2B5EF4-FFF2-40B4-BE49-F238E27FC236}">
                  <a16:creationId xmlns:a16="http://schemas.microsoft.com/office/drawing/2014/main" id="{5A1327D0-57AB-06E3-FBB5-DDDA6496B27C}"/>
                </a:ext>
              </a:extLst>
            </p:cNvPr>
            <p:cNvSpPr/>
            <p:nvPr/>
          </p:nvSpPr>
          <p:spPr>
            <a:xfrm>
              <a:off x="0" y="0"/>
              <a:ext cx="812800" cy="70914"/>
            </a:xfrm>
            <a:custGeom>
              <a:avLst/>
              <a:gdLst/>
              <a:ahLst/>
              <a:cxnLst/>
              <a:rect l="l" t="t" r="r" b="b"/>
              <a:pathLst>
                <a:path w="812800" h="70914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70914"/>
                  </a:lnTo>
                  <a:lnTo>
                    <a:pt x="0" y="70914"/>
                  </a:ln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</p:sp>
        <p:sp>
          <p:nvSpPr>
            <p:cNvPr id="12" name="Google Shape;219;p14">
              <a:extLst>
                <a:ext uri="{FF2B5EF4-FFF2-40B4-BE49-F238E27FC236}">
                  <a16:creationId xmlns:a16="http://schemas.microsoft.com/office/drawing/2014/main" id="{CF204CBF-D688-DA75-BACB-5FFE0085A02F}"/>
                </a:ext>
              </a:extLst>
            </p:cNvPr>
            <p:cNvSpPr txBox="1"/>
            <p:nvPr/>
          </p:nvSpPr>
          <p:spPr>
            <a:xfrm>
              <a:off x="0" y="-47625"/>
              <a:ext cx="812800" cy="1185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A38"/>
        </a:solidFill>
        <a:effectLst/>
      </p:bgPr>
    </p:bg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945508-BFA7-F667-22F7-C95ABA5518D1}"/>
              </a:ext>
            </a:extLst>
          </p:cNvPr>
          <p:cNvSpPr txBox="1"/>
          <p:nvPr/>
        </p:nvSpPr>
        <p:spPr>
          <a:xfrm>
            <a:off x="5646420" y="1098142"/>
            <a:ext cx="699516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j-ea"/>
                <a:cs typeface="+mj-cs"/>
              </a:rPr>
              <a:t>Feature Engineering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E83424-7F06-2528-296B-B3E6F5815680}"/>
              </a:ext>
            </a:extLst>
          </p:cNvPr>
          <p:cNvSpPr txBox="1"/>
          <p:nvPr/>
        </p:nvSpPr>
        <p:spPr>
          <a:xfrm>
            <a:off x="3230880" y="2754012"/>
            <a:ext cx="9555480" cy="54291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TF-IDF Vectorization:</a:t>
            </a:r>
          </a:p>
          <a:p>
            <a:pPr marR="0" lvl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- Max features: 8000, N-grams: (1,3), strip accents,</a:t>
            </a:r>
          </a:p>
          <a:p>
            <a:pPr marR="0" lvl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   sublinear TF.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Additional Features:</a:t>
            </a:r>
          </a:p>
          <a:p>
            <a:pPr marR="0" lvl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- Word/char count, punctuation, caps ratio.</a:t>
            </a:r>
          </a:p>
          <a:p>
            <a:pPr marR="0" lvl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- Sentiment scores (VADER).</a:t>
            </a:r>
          </a:p>
          <a:p>
            <a:pPr marR="0" lvl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- Offensive word frequency.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Final feature matrix: TF-IDF + scaled numerical features.</a:t>
            </a:r>
          </a:p>
          <a:p>
            <a:endParaRPr lang="en-US" dirty="0"/>
          </a:p>
        </p:txBody>
      </p:sp>
      <p:pic>
        <p:nvPicPr>
          <p:cNvPr id="4" name="Google Shape;271;p15">
            <a:extLst>
              <a:ext uri="{FF2B5EF4-FFF2-40B4-BE49-F238E27FC236}">
                <a16:creationId xmlns:a16="http://schemas.microsoft.com/office/drawing/2014/main" id="{EE027EDF-ACFA-F7A6-AE99-0F88DB18223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978640" y="7381492"/>
            <a:ext cx="5634720" cy="2517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268;p15">
            <a:extLst>
              <a:ext uri="{FF2B5EF4-FFF2-40B4-BE49-F238E27FC236}">
                <a16:creationId xmlns:a16="http://schemas.microsoft.com/office/drawing/2014/main" id="{7B02EC33-3F8A-8549-5860-C0EA39AAB29E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007340" y="2754012"/>
            <a:ext cx="4099560" cy="4225445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234;p15">
            <a:extLst>
              <a:ext uri="{FF2B5EF4-FFF2-40B4-BE49-F238E27FC236}">
                <a16:creationId xmlns:a16="http://schemas.microsoft.com/office/drawing/2014/main" id="{5F00BAE0-A244-8EC4-B8E9-A548CC9D864A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2481560" y="2269618"/>
            <a:ext cx="5131800" cy="5277683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302;p16">
            <a:extLst>
              <a:ext uri="{FF2B5EF4-FFF2-40B4-BE49-F238E27FC236}">
                <a16:creationId xmlns:a16="http://schemas.microsoft.com/office/drawing/2014/main" id="{DB23B16E-468E-EA5B-0D1B-AE5E4900C41F}"/>
              </a:ext>
            </a:extLst>
          </p:cNvPr>
          <p:cNvSpPr/>
          <p:nvPr/>
        </p:nvSpPr>
        <p:spPr>
          <a:xfrm>
            <a:off x="685387" y="746749"/>
            <a:ext cx="1469549" cy="1472226"/>
          </a:xfrm>
          <a:custGeom>
            <a:avLst/>
            <a:gdLst/>
            <a:ahLst/>
            <a:cxnLst/>
            <a:rect l="l" t="t" r="r" b="b"/>
            <a:pathLst>
              <a:path w="1469549" h="1472226" extrusionOk="0">
                <a:moveTo>
                  <a:pt x="0" y="0"/>
                </a:moveTo>
                <a:lnTo>
                  <a:pt x="1469549" y="0"/>
                </a:lnTo>
                <a:lnTo>
                  <a:pt x="1469549" y="1472226"/>
                </a:lnTo>
                <a:lnTo>
                  <a:pt x="0" y="147222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A38"/>
        </a:solidFill>
        <a:effectLst/>
      </p:bgPr>
    </p:bg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607;p24">
            <a:extLst>
              <a:ext uri="{FF2B5EF4-FFF2-40B4-BE49-F238E27FC236}">
                <a16:creationId xmlns:a16="http://schemas.microsoft.com/office/drawing/2014/main" id="{47787376-EBA9-DF09-245C-8F876910BA0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965110" y="2880359"/>
            <a:ext cx="3676970" cy="3732637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4DFB08-EBF3-F6E1-63F3-DCDDD2AAFAEA}"/>
              </a:ext>
            </a:extLst>
          </p:cNvPr>
          <p:cNvSpPr txBox="1"/>
          <p:nvPr/>
        </p:nvSpPr>
        <p:spPr>
          <a:xfrm>
            <a:off x="6625270" y="960120"/>
            <a:ext cx="633984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j-ea"/>
                <a:cs typeface="+mj-cs"/>
              </a:rPr>
              <a:t>Model Training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64380A-7807-95E0-C631-DAFC10FD010A}"/>
              </a:ext>
            </a:extLst>
          </p:cNvPr>
          <p:cNvSpPr txBox="1"/>
          <p:nvPr/>
        </p:nvSpPr>
        <p:spPr>
          <a:xfrm>
            <a:off x="4084320" y="2880359"/>
            <a:ext cx="853440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Algorithms Used:</a:t>
            </a:r>
          </a:p>
          <a:p>
            <a:pPr marR="0" lvl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- Linear SVM, Logistic Regression, Random </a:t>
            </a:r>
          </a:p>
          <a:p>
            <a:pPr marR="0" lvl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sz="3200" kern="1200" dirty="0">
                <a:solidFill>
                  <a:schemeClr val="bg1"/>
                </a:solidFill>
                <a:latin typeface="Calibri"/>
                <a:ea typeface="+mn-ea"/>
                <a:cs typeface="+mn-cs"/>
              </a:rPr>
              <a:t>  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Forest, Naive Bayes.</a:t>
            </a:r>
          </a:p>
          <a:p>
            <a:pPr marR="0" lvl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- </a:t>
            </a:r>
            <a:r>
              <a:rPr kumimoji="0" lang="en-US" sz="32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VotingClassifier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Ensemble (hard voting).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Data Split:</a:t>
            </a:r>
          </a:p>
          <a:p>
            <a:pPr marR="0" lvl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- 80% train, 20% test with stratification.</a:t>
            </a:r>
          </a:p>
        </p:txBody>
      </p:sp>
      <p:pic>
        <p:nvPicPr>
          <p:cNvPr id="5" name="Google Shape;279;p16">
            <a:extLst>
              <a:ext uri="{FF2B5EF4-FFF2-40B4-BE49-F238E27FC236}">
                <a16:creationId xmlns:a16="http://schemas.microsoft.com/office/drawing/2014/main" id="{BD995C2C-3960-C3E6-F615-C9CD792E5A70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flipH="1">
            <a:off x="668494" y="846062"/>
            <a:ext cx="4284505" cy="8594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304;p16">
            <a:extLst>
              <a:ext uri="{FF2B5EF4-FFF2-40B4-BE49-F238E27FC236}">
                <a16:creationId xmlns:a16="http://schemas.microsoft.com/office/drawing/2014/main" id="{26BBD698-8E13-EBCE-3BC3-B3706DB216C6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410230" y="7763794"/>
            <a:ext cx="7209276" cy="234902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" name="Google Shape;289;p16">
            <a:extLst>
              <a:ext uri="{FF2B5EF4-FFF2-40B4-BE49-F238E27FC236}">
                <a16:creationId xmlns:a16="http://schemas.microsoft.com/office/drawing/2014/main" id="{E9EA5F23-AF30-5454-CA59-3017CF06B36B}"/>
              </a:ext>
            </a:extLst>
          </p:cNvPr>
          <p:cNvGrpSpPr/>
          <p:nvPr/>
        </p:nvGrpSpPr>
        <p:grpSpPr>
          <a:xfrm>
            <a:off x="12573578" y="2377440"/>
            <a:ext cx="4460033" cy="4714351"/>
            <a:chOff x="0" y="-47625"/>
            <a:chExt cx="1174659" cy="1823710"/>
          </a:xfrm>
        </p:grpSpPr>
        <p:sp>
          <p:nvSpPr>
            <p:cNvPr id="8" name="Google Shape;290;p16">
              <a:extLst>
                <a:ext uri="{FF2B5EF4-FFF2-40B4-BE49-F238E27FC236}">
                  <a16:creationId xmlns:a16="http://schemas.microsoft.com/office/drawing/2014/main" id="{D1D31FE7-4022-A63A-48F0-5E03268A9A85}"/>
                </a:ext>
              </a:extLst>
            </p:cNvPr>
            <p:cNvSpPr/>
            <p:nvPr/>
          </p:nvSpPr>
          <p:spPr>
            <a:xfrm>
              <a:off x="0" y="0"/>
              <a:ext cx="1174659" cy="1776085"/>
            </a:xfrm>
            <a:custGeom>
              <a:avLst/>
              <a:gdLst/>
              <a:ahLst/>
              <a:cxnLst/>
              <a:rect l="l" t="t" r="r" b="b"/>
              <a:pathLst>
                <a:path w="1174659" h="1776085" extrusionOk="0">
                  <a:moveTo>
                    <a:pt x="0" y="0"/>
                  </a:moveTo>
                  <a:lnTo>
                    <a:pt x="1174659" y="0"/>
                  </a:lnTo>
                  <a:lnTo>
                    <a:pt x="1174659" y="1776085"/>
                  </a:lnTo>
                  <a:lnTo>
                    <a:pt x="0" y="177608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 cmpd="sng">
              <a:solidFill>
                <a:srgbClr val="06D59F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9" name="Google Shape;291;p16">
              <a:extLst>
                <a:ext uri="{FF2B5EF4-FFF2-40B4-BE49-F238E27FC236}">
                  <a16:creationId xmlns:a16="http://schemas.microsoft.com/office/drawing/2014/main" id="{77B9906A-BAC8-890D-D66C-C8542CE78BAD}"/>
                </a:ext>
              </a:extLst>
            </p:cNvPr>
            <p:cNvSpPr txBox="1"/>
            <p:nvPr/>
          </p:nvSpPr>
          <p:spPr>
            <a:xfrm>
              <a:off x="0" y="-47625"/>
              <a:ext cx="1174659" cy="182371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0" name="Google Shape;303;p16">
            <a:extLst>
              <a:ext uri="{FF2B5EF4-FFF2-40B4-BE49-F238E27FC236}">
                <a16:creationId xmlns:a16="http://schemas.microsoft.com/office/drawing/2014/main" id="{83EAB591-E513-1A95-1E8A-C323368CE247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645920" y="2702724"/>
            <a:ext cx="1539240" cy="46229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A38"/>
        </a:solidFill>
        <a:effectLst/>
      </p:bgPr>
    </p:bg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701;p28">
            <a:extLst>
              <a:ext uri="{FF2B5EF4-FFF2-40B4-BE49-F238E27FC236}">
                <a16:creationId xmlns:a16="http://schemas.microsoft.com/office/drawing/2014/main" id="{14DA08E5-D445-546D-B29E-3957002375F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801600" y="2655865"/>
            <a:ext cx="4408218" cy="455265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394D1F0-7A2A-DA71-A18B-8A19E1A7061D}"/>
              </a:ext>
            </a:extLst>
          </p:cNvPr>
          <p:cNvSpPr txBox="1"/>
          <p:nvPr/>
        </p:nvSpPr>
        <p:spPr>
          <a:xfrm>
            <a:off x="5638800" y="1177557"/>
            <a:ext cx="566928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j-ea"/>
                <a:cs typeface="+mj-cs"/>
              </a:rPr>
              <a:t>Evaluation &amp; Results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FEB5D4-9208-82DB-AF08-BACD5B6A210F}"/>
              </a:ext>
            </a:extLst>
          </p:cNvPr>
          <p:cNvSpPr txBox="1"/>
          <p:nvPr/>
        </p:nvSpPr>
        <p:spPr>
          <a:xfrm>
            <a:off x="4389120" y="2655865"/>
            <a:ext cx="6781800" cy="5090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Accuracy Scores:</a:t>
            </a:r>
          </a:p>
          <a:p>
            <a:pPr marR="0" lvl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- Ensemble: 83.35%</a:t>
            </a:r>
          </a:p>
          <a:p>
            <a:pPr marL="457200" marR="0" lvl="0" indent="-4572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SVM: 81.13% 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Logistic Regression: 82.59%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Random Forest: 83.88%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Naive Bayes: 79.02%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Cross-Validation:</a:t>
            </a:r>
          </a:p>
          <a:p>
            <a:pPr marR="0" lvl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- Average Accuracy: 83.88%</a:t>
            </a:r>
          </a:p>
          <a:p>
            <a:endParaRPr lang="en-US" dirty="0"/>
          </a:p>
        </p:txBody>
      </p:sp>
      <p:grpSp>
        <p:nvGrpSpPr>
          <p:cNvPr id="5" name="Google Shape;328;p17">
            <a:extLst>
              <a:ext uri="{FF2B5EF4-FFF2-40B4-BE49-F238E27FC236}">
                <a16:creationId xmlns:a16="http://schemas.microsoft.com/office/drawing/2014/main" id="{4E807030-2358-461B-4E30-9DC13F3A1F2A}"/>
              </a:ext>
            </a:extLst>
          </p:cNvPr>
          <p:cNvGrpSpPr/>
          <p:nvPr/>
        </p:nvGrpSpPr>
        <p:grpSpPr>
          <a:xfrm rot="5400000">
            <a:off x="16245071" y="4938600"/>
            <a:ext cx="2809881" cy="409797"/>
            <a:chOff x="0" y="-47625"/>
            <a:chExt cx="812800" cy="118539"/>
          </a:xfrm>
        </p:grpSpPr>
        <p:sp>
          <p:nvSpPr>
            <p:cNvPr id="6" name="Google Shape;329;p17">
              <a:extLst>
                <a:ext uri="{FF2B5EF4-FFF2-40B4-BE49-F238E27FC236}">
                  <a16:creationId xmlns:a16="http://schemas.microsoft.com/office/drawing/2014/main" id="{45EFFD8A-AB5D-3EF8-2F66-AC6C2BF5E461}"/>
                </a:ext>
              </a:extLst>
            </p:cNvPr>
            <p:cNvSpPr/>
            <p:nvPr/>
          </p:nvSpPr>
          <p:spPr>
            <a:xfrm>
              <a:off x="0" y="0"/>
              <a:ext cx="812800" cy="70914"/>
            </a:xfrm>
            <a:custGeom>
              <a:avLst/>
              <a:gdLst/>
              <a:ahLst/>
              <a:cxnLst/>
              <a:rect l="l" t="t" r="r" b="b"/>
              <a:pathLst>
                <a:path w="812800" h="70914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70914"/>
                  </a:lnTo>
                  <a:lnTo>
                    <a:pt x="0" y="70914"/>
                  </a:ln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</p:sp>
        <p:sp>
          <p:nvSpPr>
            <p:cNvPr id="7" name="Google Shape;330;p17">
              <a:extLst>
                <a:ext uri="{FF2B5EF4-FFF2-40B4-BE49-F238E27FC236}">
                  <a16:creationId xmlns:a16="http://schemas.microsoft.com/office/drawing/2014/main" id="{E0635E16-2F5E-932E-5329-A1C661328DD4}"/>
                </a:ext>
              </a:extLst>
            </p:cNvPr>
            <p:cNvSpPr txBox="1"/>
            <p:nvPr/>
          </p:nvSpPr>
          <p:spPr>
            <a:xfrm>
              <a:off x="0" y="-47625"/>
              <a:ext cx="812800" cy="1185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" name="Google Shape;328;p17">
            <a:extLst>
              <a:ext uri="{FF2B5EF4-FFF2-40B4-BE49-F238E27FC236}">
                <a16:creationId xmlns:a16="http://schemas.microsoft.com/office/drawing/2014/main" id="{B3700131-AA73-36B5-EA69-CD34CB2BB845}"/>
              </a:ext>
            </a:extLst>
          </p:cNvPr>
          <p:cNvGrpSpPr/>
          <p:nvPr/>
        </p:nvGrpSpPr>
        <p:grpSpPr>
          <a:xfrm rot="5400000">
            <a:off x="11121108" y="4938601"/>
            <a:ext cx="2809881" cy="409797"/>
            <a:chOff x="0" y="-47625"/>
            <a:chExt cx="812800" cy="118539"/>
          </a:xfrm>
        </p:grpSpPr>
        <p:sp>
          <p:nvSpPr>
            <p:cNvPr id="9" name="Google Shape;329;p17">
              <a:extLst>
                <a:ext uri="{FF2B5EF4-FFF2-40B4-BE49-F238E27FC236}">
                  <a16:creationId xmlns:a16="http://schemas.microsoft.com/office/drawing/2014/main" id="{1B53BFBF-9232-0A4E-06F1-46545FF4C5B2}"/>
                </a:ext>
              </a:extLst>
            </p:cNvPr>
            <p:cNvSpPr/>
            <p:nvPr/>
          </p:nvSpPr>
          <p:spPr>
            <a:xfrm>
              <a:off x="0" y="0"/>
              <a:ext cx="812800" cy="70914"/>
            </a:xfrm>
            <a:custGeom>
              <a:avLst/>
              <a:gdLst/>
              <a:ahLst/>
              <a:cxnLst/>
              <a:rect l="l" t="t" r="r" b="b"/>
              <a:pathLst>
                <a:path w="812800" h="70914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70914"/>
                  </a:lnTo>
                  <a:lnTo>
                    <a:pt x="0" y="70914"/>
                  </a:ln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</p:sp>
        <p:sp>
          <p:nvSpPr>
            <p:cNvPr id="10" name="Google Shape;330;p17">
              <a:extLst>
                <a:ext uri="{FF2B5EF4-FFF2-40B4-BE49-F238E27FC236}">
                  <a16:creationId xmlns:a16="http://schemas.microsoft.com/office/drawing/2014/main" id="{93BA438B-7C49-33A9-5652-AFC683C19FE4}"/>
                </a:ext>
              </a:extLst>
            </p:cNvPr>
            <p:cNvSpPr txBox="1"/>
            <p:nvPr/>
          </p:nvSpPr>
          <p:spPr>
            <a:xfrm>
              <a:off x="0" y="-47625"/>
              <a:ext cx="812800" cy="1185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1" name="Google Shape;335;p17">
            <a:extLst>
              <a:ext uri="{FF2B5EF4-FFF2-40B4-BE49-F238E27FC236}">
                <a16:creationId xmlns:a16="http://schemas.microsoft.com/office/drawing/2014/main" id="{E1298EFB-175B-BA04-9F53-07FA97AA830A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2147" y="408062"/>
            <a:ext cx="7317873" cy="1542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313;p17">
            <a:extLst>
              <a:ext uri="{FF2B5EF4-FFF2-40B4-BE49-F238E27FC236}">
                <a16:creationId xmlns:a16="http://schemas.microsoft.com/office/drawing/2014/main" id="{4B856CA3-0F25-9CAB-D5DF-F9A398F8E26F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920395" y="545850"/>
            <a:ext cx="7088601" cy="91130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A38"/>
        </a:solidFill>
        <a:effectLst/>
      </p:bgPr>
    </p:bg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8BACF2-A9B3-B23E-6C2E-EF35AF4092C1}"/>
              </a:ext>
            </a:extLst>
          </p:cNvPr>
          <p:cNvSpPr txBox="1"/>
          <p:nvPr/>
        </p:nvSpPr>
        <p:spPr>
          <a:xfrm>
            <a:off x="3764280" y="1059359"/>
            <a:ext cx="537972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j-ea"/>
                <a:cs typeface="+mj-cs"/>
              </a:rPr>
              <a:t>Key Takeaways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C490AE-8E20-BDEB-7D08-AE42725D2228}"/>
              </a:ext>
            </a:extLst>
          </p:cNvPr>
          <p:cNvSpPr txBox="1"/>
          <p:nvPr/>
        </p:nvSpPr>
        <p:spPr>
          <a:xfrm>
            <a:off x="2362200" y="3444240"/>
            <a:ext cx="10104120" cy="294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Ensemble methods boost robustness and performance.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Combining TF-IDF with engineered features improves  </a:t>
            </a:r>
          </a:p>
          <a:p>
            <a:pPr marR="0" lvl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  accuracy.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Proper preprocessing and balance are crucial.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Model architecture is scalable for real-time use.</a:t>
            </a:r>
          </a:p>
        </p:txBody>
      </p:sp>
      <p:pic>
        <p:nvPicPr>
          <p:cNvPr id="4" name="Google Shape;586;p23">
            <a:extLst>
              <a:ext uri="{FF2B5EF4-FFF2-40B4-BE49-F238E27FC236}">
                <a16:creationId xmlns:a16="http://schemas.microsoft.com/office/drawing/2014/main" id="{B42A2D99-BA58-8C4C-0F93-3AA6B38B5AA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152881" y="1443769"/>
            <a:ext cx="4329677" cy="435864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576;p23">
            <a:extLst>
              <a:ext uri="{FF2B5EF4-FFF2-40B4-BE49-F238E27FC236}">
                <a16:creationId xmlns:a16="http://schemas.microsoft.com/office/drawing/2014/main" id="{2E794A70-60C3-7ED9-E726-F212FB92687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611859" y="922833"/>
            <a:ext cx="5411720" cy="5400511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384;p18">
            <a:extLst>
              <a:ext uri="{FF2B5EF4-FFF2-40B4-BE49-F238E27FC236}">
                <a16:creationId xmlns:a16="http://schemas.microsoft.com/office/drawing/2014/main" id="{2B0DF43E-AC1A-D4BC-BD84-208F7EFDC310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3152881" y="6941242"/>
            <a:ext cx="4684310" cy="2422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303;p16">
            <a:extLst>
              <a:ext uri="{FF2B5EF4-FFF2-40B4-BE49-F238E27FC236}">
                <a16:creationId xmlns:a16="http://schemas.microsoft.com/office/drawing/2014/main" id="{4A56A221-BF38-C859-EF4B-5D08BFDD5FC2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645920" y="2702724"/>
            <a:ext cx="1188720" cy="4622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304;p16">
            <a:extLst>
              <a:ext uri="{FF2B5EF4-FFF2-40B4-BE49-F238E27FC236}">
                <a16:creationId xmlns:a16="http://schemas.microsoft.com/office/drawing/2014/main" id="{7DBEA3C4-11D8-2959-CD29-ACE0B706AA0D}"/>
              </a:ext>
            </a:extLst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 flipH="1">
            <a:off x="450809" y="8459886"/>
            <a:ext cx="5365895" cy="15355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A38"/>
        </a:solidFill>
        <a:effectLst/>
      </p:bgPr>
    </p:bg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61143D-8C30-516C-43A4-578EFD41D63D}"/>
              </a:ext>
            </a:extLst>
          </p:cNvPr>
          <p:cNvSpPr txBox="1"/>
          <p:nvPr/>
        </p:nvSpPr>
        <p:spPr>
          <a:xfrm>
            <a:off x="6614160" y="1562279"/>
            <a:ext cx="588264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j-ea"/>
                <a:cs typeface="+mj-cs"/>
              </a:rPr>
              <a:t>Future Work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A9161D-8693-B296-4EE5-AD2EE370BFDF}"/>
              </a:ext>
            </a:extLst>
          </p:cNvPr>
          <p:cNvSpPr txBox="1"/>
          <p:nvPr/>
        </p:nvSpPr>
        <p:spPr>
          <a:xfrm>
            <a:off x="4648200" y="3581400"/>
            <a:ext cx="8656320" cy="35578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Deploy as web/mobile application.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Expand to multi-class classification (types of cyberbullying).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lang="en-US" sz="3200" kern="1200" dirty="0">
                <a:solidFill>
                  <a:schemeClr val="bg1"/>
                </a:solidFill>
                <a:latin typeface="Calibri"/>
                <a:ea typeface="+mn-ea"/>
                <a:cs typeface="+mn-cs"/>
              </a:rPr>
              <a:t>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Integrate deep learning models (e.g., BERT,   LSTM).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Support multilingual detection across platforms.</a:t>
            </a:r>
          </a:p>
          <a:p>
            <a:endParaRPr lang="en-US" dirty="0"/>
          </a:p>
        </p:txBody>
      </p:sp>
      <p:pic>
        <p:nvPicPr>
          <p:cNvPr id="4" name="Google Shape;384;p18">
            <a:extLst>
              <a:ext uri="{FF2B5EF4-FFF2-40B4-BE49-F238E27FC236}">
                <a16:creationId xmlns:a16="http://schemas.microsoft.com/office/drawing/2014/main" id="{C4797883-8427-BF08-B17E-12A358EE59E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29307" y="5875765"/>
            <a:ext cx="4166036" cy="1774715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383;p18">
            <a:extLst>
              <a:ext uri="{FF2B5EF4-FFF2-40B4-BE49-F238E27FC236}">
                <a16:creationId xmlns:a16="http://schemas.microsoft.com/office/drawing/2014/main" id="{F01B2FD2-FFF7-95BF-F816-E2725AB97952}"/>
              </a:ext>
            </a:extLst>
          </p:cNvPr>
          <p:cNvSpPr/>
          <p:nvPr/>
        </p:nvSpPr>
        <p:spPr>
          <a:xfrm>
            <a:off x="1847220" y="1562279"/>
            <a:ext cx="1469549" cy="1472226"/>
          </a:xfrm>
          <a:custGeom>
            <a:avLst/>
            <a:gdLst/>
            <a:ahLst/>
            <a:cxnLst/>
            <a:rect l="l" t="t" r="r" b="b"/>
            <a:pathLst>
              <a:path w="1469549" h="1472226" extrusionOk="0">
                <a:moveTo>
                  <a:pt x="0" y="0"/>
                </a:moveTo>
                <a:lnTo>
                  <a:pt x="1469549" y="0"/>
                </a:lnTo>
                <a:lnTo>
                  <a:pt x="1469549" y="1472226"/>
                </a:lnTo>
                <a:lnTo>
                  <a:pt x="0" y="147222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6" name="Google Shape;353;p18">
            <a:extLst>
              <a:ext uri="{FF2B5EF4-FFF2-40B4-BE49-F238E27FC236}">
                <a16:creationId xmlns:a16="http://schemas.microsoft.com/office/drawing/2014/main" id="{A0DB9C85-3964-CEE3-DAA9-5D0A6F4CC8E2}"/>
              </a:ext>
            </a:extLst>
          </p:cNvPr>
          <p:cNvGrpSpPr/>
          <p:nvPr/>
        </p:nvGrpSpPr>
        <p:grpSpPr>
          <a:xfrm>
            <a:off x="13837921" y="1683510"/>
            <a:ext cx="3171170" cy="3284011"/>
            <a:chOff x="0" y="-47625"/>
            <a:chExt cx="456005" cy="503630"/>
          </a:xfrm>
        </p:grpSpPr>
        <p:sp>
          <p:nvSpPr>
            <p:cNvPr id="7" name="Google Shape;354;p18">
              <a:extLst>
                <a:ext uri="{FF2B5EF4-FFF2-40B4-BE49-F238E27FC236}">
                  <a16:creationId xmlns:a16="http://schemas.microsoft.com/office/drawing/2014/main" id="{711478BB-CDD7-6556-55EB-DEAFCEEFF2BE}"/>
                </a:ext>
              </a:extLst>
            </p:cNvPr>
            <p:cNvSpPr/>
            <p:nvPr/>
          </p:nvSpPr>
          <p:spPr>
            <a:xfrm>
              <a:off x="0" y="0"/>
              <a:ext cx="456005" cy="456005"/>
            </a:xfrm>
            <a:custGeom>
              <a:avLst/>
              <a:gdLst/>
              <a:ahLst/>
              <a:cxnLst/>
              <a:rect l="l" t="t" r="r" b="b"/>
              <a:pathLst>
                <a:path w="456005" h="456005" extrusionOk="0">
                  <a:moveTo>
                    <a:pt x="0" y="0"/>
                  </a:moveTo>
                  <a:lnTo>
                    <a:pt x="456005" y="0"/>
                  </a:lnTo>
                  <a:lnTo>
                    <a:pt x="456005" y="456005"/>
                  </a:lnTo>
                  <a:lnTo>
                    <a:pt x="0" y="45600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 cmpd="sng">
              <a:solidFill>
                <a:srgbClr val="06D59F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8" name="Google Shape;355;p18">
              <a:extLst>
                <a:ext uri="{FF2B5EF4-FFF2-40B4-BE49-F238E27FC236}">
                  <a16:creationId xmlns:a16="http://schemas.microsoft.com/office/drawing/2014/main" id="{DC4E17AB-FB74-C6CD-220C-EEB3DBC662BB}"/>
                </a:ext>
              </a:extLst>
            </p:cNvPr>
            <p:cNvSpPr txBox="1"/>
            <p:nvPr/>
          </p:nvSpPr>
          <p:spPr>
            <a:xfrm>
              <a:off x="0" y="-47625"/>
              <a:ext cx="456005" cy="5036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" name="Google Shape;365;p18">
            <a:extLst>
              <a:ext uri="{FF2B5EF4-FFF2-40B4-BE49-F238E27FC236}">
                <a16:creationId xmlns:a16="http://schemas.microsoft.com/office/drawing/2014/main" id="{CFD1350C-EEA0-1BC6-19E0-12B487DE652C}"/>
              </a:ext>
            </a:extLst>
          </p:cNvPr>
          <p:cNvGrpSpPr/>
          <p:nvPr/>
        </p:nvGrpSpPr>
        <p:grpSpPr>
          <a:xfrm>
            <a:off x="13988444" y="1794829"/>
            <a:ext cx="3171170" cy="3284011"/>
            <a:chOff x="0" y="-47625"/>
            <a:chExt cx="456005" cy="503630"/>
          </a:xfrm>
        </p:grpSpPr>
        <p:sp>
          <p:nvSpPr>
            <p:cNvPr id="10" name="Google Shape;366;p18">
              <a:extLst>
                <a:ext uri="{FF2B5EF4-FFF2-40B4-BE49-F238E27FC236}">
                  <a16:creationId xmlns:a16="http://schemas.microsoft.com/office/drawing/2014/main" id="{2540DCEC-413E-095D-6090-93872DBE6C9B}"/>
                </a:ext>
              </a:extLst>
            </p:cNvPr>
            <p:cNvSpPr/>
            <p:nvPr/>
          </p:nvSpPr>
          <p:spPr>
            <a:xfrm>
              <a:off x="0" y="0"/>
              <a:ext cx="456005" cy="456005"/>
            </a:xfrm>
            <a:custGeom>
              <a:avLst/>
              <a:gdLst/>
              <a:ahLst/>
              <a:cxnLst/>
              <a:rect l="l" t="t" r="r" b="b"/>
              <a:pathLst>
                <a:path w="456005" h="456005" extrusionOk="0">
                  <a:moveTo>
                    <a:pt x="0" y="0"/>
                  </a:moveTo>
                  <a:lnTo>
                    <a:pt x="456005" y="0"/>
                  </a:lnTo>
                  <a:lnTo>
                    <a:pt x="456005" y="456005"/>
                  </a:lnTo>
                  <a:lnTo>
                    <a:pt x="0" y="45600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 cmpd="sng">
              <a:solidFill>
                <a:srgbClr val="5CE1E6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1" name="Google Shape;367;p18">
              <a:extLst>
                <a:ext uri="{FF2B5EF4-FFF2-40B4-BE49-F238E27FC236}">
                  <a16:creationId xmlns:a16="http://schemas.microsoft.com/office/drawing/2014/main" id="{7BB645D0-DC2D-9F0C-3A61-999F2A9F4EB1}"/>
                </a:ext>
              </a:extLst>
            </p:cNvPr>
            <p:cNvSpPr txBox="1"/>
            <p:nvPr/>
          </p:nvSpPr>
          <p:spPr>
            <a:xfrm>
              <a:off x="0" y="-47625"/>
              <a:ext cx="456005" cy="5036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2" name="Google Shape;386;p18">
            <a:extLst>
              <a:ext uri="{FF2B5EF4-FFF2-40B4-BE49-F238E27FC236}">
                <a16:creationId xmlns:a16="http://schemas.microsoft.com/office/drawing/2014/main" id="{B496930C-0B43-D39B-2FAD-586BA6887ED8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4931606" y="2331720"/>
            <a:ext cx="1761439" cy="15965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335;p17">
            <a:extLst>
              <a:ext uri="{FF2B5EF4-FFF2-40B4-BE49-F238E27FC236}">
                <a16:creationId xmlns:a16="http://schemas.microsoft.com/office/drawing/2014/main" id="{98EBAE4F-857A-9BE8-0177-23872C28A687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flipH="1" flipV="1">
            <a:off x="612780" y="7701145"/>
            <a:ext cx="7677780" cy="17747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A38"/>
        </a:solidFill>
        <a:effectLst/>
      </p:bgPr>
    </p:bg>
    <p:spTree>
      <p:nvGrpSpPr>
        <p:cNvPr id="1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" name="Google Shape;717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460402" y="0"/>
            <a:ext cx="19205601" cy="10690624"/>
          </a:xfrm>
          <a:prstGeom prst="rect">
            <a:avLst/>
          </a:prstGeom>
          <a:noFill/>
          <a:ln>
            <a:noFill/>
          </a:ln>
        </p:spPr>
      </p:pic>
      <p:pic>
        <p:nvPicPr>
          <p:cNvPr id="718" name="Google Shape;718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6580" y="521125"/>
            <a:ext cx="17141668" cy="929905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B3B4472-FEE7-254C-B6A9-E904E24470E1}"/>
              </a:ext>
            </a:extLst>
          </p:cNvPr>
          <p:cNvSpPr txBox="1"/>
          <p:nvPr/>
        </p:nvSpPr>
        <p:spPr>
          <a:xfrm>
            <a:off x="4480560" y="4251960"/>
            <a:ext cx="8915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>
                <a:solidFill>
                  <a:schemeClr val="bg1"/>
                </a:solidFill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troduction to Cyber Crime Slides   ">
  <a:themeElements>
    <a:clrScheme name="Office">
      <a:dk1>
        <a:srgbClr val="000000"/>
      </a:dk1>
      <a:lt1>
        <a:srgbClr val="FFFFFF"/>
      </a:lt1>
      <a:dk2>
        <a:srgbClr val="0F1A38"/>
      </a:dk2>
      <a:lt2>
        <a:srgbClr val="5CE1E6"/>
      </a:lt2>
      <a:accent1>
        <a:srgbClr val="06D59F"/>
      </a:accent1>
      <a:accent2>
        <a:srgbClr val="888888"/>
      </a:accent2>
      <a:accent3>
        <a:srgbClr val="FFFFFF"/>
      </a:accent3>
      <a:accent4>
        <a:srgbClr val="0F1A38"/>
      </a:accent4>
      <a:accent5>
        <a:srgbClr val="5CE1E6"/>
      </a:accent5>
      <a:accent6>
        <a:srgbClr val="06D59F"/>
      </a:accent6>
      <a:hlink>
        <a:srgbClr val="888888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391</Words>
  <Application>Microsoft Office PowerPoint</Application>
  <PresentationFormat>Custom</PresentationFormat>
  <Paragraphs>61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Teko</vt:lpstr>
      <vt:lpstr>Consolas</vt:lpstr>
      <vt:lpstr>Arial</vt:lpstr>
      <vt:lpstr>Calibri</vt:lpstr>
      <vt:lpstr>Introduction to Cyber Crime Slides 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HP</dc:creator>
  <cp:lastModifiedBy>Ahmed Tanim</cp:lastModifiedBy>
  <cp:revision>1</cp:revision>
  <dcterms:modified xsi:type="dcterms:W3CDTF">2025-06-22T04:51:40Z</dcterms:modified>
</cp:coreProperties>
</file>